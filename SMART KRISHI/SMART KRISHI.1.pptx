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88" r:id="rId2"/>
  </p:sldMasterIdLst>
  <p:sldIdLst>
    <p:sldId id="256" r:id="rId3"/>
    <p:sldId id="273" r:id="rId4"/>
    <p:sldId id="271" r:id="rId5"/>
    <p:sldId id="257" r:id="rId6"/>
    <p:sldId id="258" r:id="rId7"/>
    <p:sldId id="263" r:id="rId8"/>
    <p:sldId id="259" r:id="rId9"/>
    <p:sldId id="274" r:id="rId10"/>
    <p:sldId id="264" r:id="rId11"/>
    <p:sldId id="265" r:id="rId12"/>
    <p:sldId id="266" r:id="rId13"/>
    <p:sldId id="267" r:id="rId14"/>
    <p:sldId id="268" r:id="rId15"/>
    <p:sldId id="269" r:id="rId16"/>
    <p:sldId id="270" r:id="rId17"/>
    <p:sldId id="262" r:id="rId18"/>
    <p:sldId id="272"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0E011E-B23F-4DDA-AF69-D7C0542DE04C}" v="44" dt="2025-01-13T05:09:31.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m Mishra" userId="007e4e1f2533da90" providerId="LiveId" clId="{740E011E-B23F-4DDA-AF69-D7C0542DE04C}"/>
    <pc:docChg chg="undo custSel addSld modSld">
      <pc:chgData name="Shivam Mishra" userId="007e4e1f2533da90" providerId="LiveId" clId="{740E011E-B23F-4DDA-AF69-D7C0542DE04C}" dt="2025-01-13T05:09:35.416" v="528" actId="1076"/>
      <pc:docMkLst>
        <pc:docMk/>
      </pc:docMkLst>
      <pc:sldChg chg="addSp modSp mod">
        <pc:chgData name="Shivam Mishra" userId="007e4e1f2533da90" providerId="LiveId" clId="{740E011E-B23F-4DDA-AF69-D7C0542DE04C}" dt="2025-01-13T04:50:26.047" v="424" actId="115"/>
        <pc:sldMkLst>
          <pc:docMk/>
          <pc:sldMk cId="2769080122" sldId="256"/>
        </pc:sldMkLst>
        <pc:spChg chg="mod">
          <ac:chgData name="Shivam Mishra" userId="007e4e1f2533da90" providerId="LiveId" clId="{740E011E-B23F-4DDA-AF69-D7C0542DE04C}" dt="2025-01-13T04:21:41.242" v="152" actId="255"/>
          <ac:spMkLst>
            <pc:docMk/>
            <pc:sldMk cId="2769080122" sldId="256"/>
            <ac:spMk id="2" creationId="{1D28A78C-2907-4603-3221-1345B523D353}"/>
          </ac:spMkLst>
        </pc:spChg>
        <pc:spChg chg="mod">
          <ac:chgData name="Shivam Mishra" userId="007e4e1f2533da90" providerId="LiveId" clId="{740E011E-B23F-4DDA-AF69-D7C0542DE04C}" dt="2025-01-13T04:50:26.047" v="424" actId="115"/>
          <ac:spMkLst>
            <pc:docMk/>
            <pc:sldMk cId="2769080122" sldId="256"/>
            <ac:spMk id="5" creationId="{952EC1DA-9B1B-3681-000E-6519EE2DE96E}"/>
          </ac:spMkLst>
        </pc:spChg>
        <pc:spChg chg="add mod">
          <ac:chgData name="Shivam Mishra" userId="007e4e1f2533da90" providerId="LiveId" clId="{740E011E-B23F-4DDA-AF69-D7C0542DE04C}" dt="2025-01-13T04:50:15.276" v="423" actId="2711"/>
          <ac:spMkLst>
            <pc:docMk/>
            <pc:sldMk cId="2769080122" sldId="256"/>
            <ac:spMk id="7" creationId="{5FB528E6-3721-3956-43B1-71575373ED59}"/>
          </ac:spMkLst>
        </pc:spChg>
      </pc:sldChg>
      <pc:sldChg chg="modSp mod">
        <pc:chgData name="Shivam Mishra" userId="007e4e1f2533da90" providerId="LiveId" clId="{740E011E-B23F-4DDA-AF69-D7C0542DE04C}" dt="2025-01-13T04:21:48.657" v="153" actId="255"/>
        <pc:sldMkLst>
          <pc:docMk/>
          <pc:sldMk cId="1795853641" sldId="257"/>
        </pc:sldMkLst>
        <pc:spChg chg="mod">
          <ac:chgData name="Shivam Mishra" userId="007e4e1f2533da90" providerId="LiveId" clId="{740E011E-B23F-4DDA-AF69-D7C0542DE04C}" dt="2025-01-13T04:21:48.657" v="153" actId="255"/>
          <ac:spMkLst>
            <pc:docMk/>
            <pc:sldMk cId="1795853641" sldId="257"/>
            <ac:spMk id="2" creationId="{DB09E409-F97E-0D4A-3CEA-DA72B42B79F6}"/>
          </ac:spMkLst>
        </pc:spChg>
        <pc:spChg chg="mod">
          <ac:chgData name="Shivam Mishra" userId="007e4e1f2533da90" providerId="LiveId" clId="{740E011E-B23F-4DDA-AF69-D7C0542DE04C}" dt="2025-01-13T04:18:46.221" v="114" actId="2711"/>
          <ac:spMkLst>
            <pc:docMk/>
            <pc:sldMk cId="1795853641" sldId="257"/>
            <ac:spMk id="3" creationId="{5A65A18A-BF17-0415-0ACF-13E0DF41F300}"/>
          </ac:spMkLst>
        </pc:spChg>
      </pc:sldChg>
      <pc:sldChg chg="modSp mod">
        <pc:chgData name="Shivam Mishra" userId="007e4e1f2533da90" providerId="LiveId" clId="{740E011E-B23F-4DDA-AF69-D7C0542DE04C}" dt="2025-01-13T04:28:44.112" v="191" actId="2711"/>
        <pc:sldMkLst>
          <pc:docMk/>
          <pc:sldMk cId="1245853685" sldId="258"/>
        </pc:sldMkLst>
        <pc:spChg chg="mod">
          <ac:chgData name="Shivam Mishra" userId="007e4e1f2533da90" providerId="LiveId" clId="{740E011E-B23F-4DDA-AF69-D7C0542DE04C}" dt="2025-01-13T04:21:59.294" v="154" actId="255"/>
          <ac:spMkLst>
            <pc:docMk/>
            <pc:sldMk cId="1245853685" sldId="258"/>
            <ac:spMk id="2" creationId="{0769B85A-077A-E826-ED6E-BA6D12E6F8A4}"/>
          </ac:spMkLst>
        </pc:spChg>
        <pc:spChg chg="mod">
          <ac:chgData name="Shivam Mishra" userId="007e4e1f2533da90" providerId="LiveId" clId="{740E011E-B23F-4DDA-AF69-D7C0542DE04C}" dt="2025-01-13T04:27:41.187" v="187" actId="2711"/>
          <ac:spMkLst>
            <pc:docMk/>
            <pc:sldMk cId="1245853685" sldId="258"/>
            <ac:spMk id="4" creationId="{C96C3AD3-ADC2-DFAB-36E1-ADA7459F9D95}"/>
          </ac:spMkLst>
        </pc:spChg>
        <pc:spChg chg="mod">
          <ac:chgData name="Shivam Mishra" userId="007e4e1f2533da90" providerId="LiveId" clId="{740E011E-B23F-4DDA-AF69-D7C0542DE04C}" dt="2025-01-13T04:28:44.112" v="191" actId="2711"/>
          <ac:spMkLst>
            <pc:docMk/>
            <pc:sldMk cId="1245853685" sldId="258"/>
            <ac:spMk id="5" creationId="{CFD204AE-C6F9-32BB-7590-0ACE42158ED4}"/>
          </ac:spMkLst>
        </pc:spChg>
        <pc:spChg chg="mod">
          <ac:chgData name="Shivam Mishra" userId="007e4e1f2533da90" providerId="LiveId" clId="{740E011E-B23F-4DDA-AF69-D7C0542DE04C}" dt="2025-01-13T04:26:19.916" v="178" actId="2711"/>
          <ac:spMkLst>
            <pc:docMk/>
            <pc:sldMk cId="1245853685" sldId="258"/>
            <ac:spMk id="6" creationId="{78DB432F-AD64-E375-6BA7-4119BF5F46F6}"/>
          </ac:spMkLst>
        </pc:spChg>
      </pc:sldChg>
      <pc:sldChg chg="modSp mod">
        <pc:chgData name="Shivam Mishra" userId="007e4e1f2533da90" providerId="LiveId" clId="{740E011E-B23F-4DDA-AF69-D7C0542DE04C}" dt="2025-01-13T05:00:05.817" v="462" actId="12"/>
        <pc:sldMkLst>
          <pc:docMk/>
          <pc:sldMk cId="3739754873" sldId="262"/>
        </pc:sldMkLst>
        <pc:spChg chg="mod">
          <ac:chgData name="Shivam Mishra" userId="007e4e1f2533da90" providerId="LiveId" clId="{740E011E-B23F-4DDA-AF69-D7C0542DE04C}" dt="2025-01-13T04:22:36.777" v="158" actId="1076"/>
          <ac:spMkLst>
            <pc:docMk/>
            <pc:sldMk cId="3739754873" sldId="262"/>
            <ac:spMk id="2" creationId="{A986719B-2205-8C9E-12F1-9AE7E5DBB652}"/>
          </ac:spMkLst>
        </pc:spChg>
        <pc:spChg chg="mod">
          <ac:chgData name="Shivam Mishra" userId="007e4e1f2533da90" providerId="LiveId" clId="{740E011E-B23F-4DDA-AF69-D7C0542DE04C}" dt="2025-01-13T05:00:05.817" v="462" actId="12"/>
          <ac:spMkLst>
            <pc:docMk/>
            <pc:sldMk cId="3739754873" sldId="262"/>
            <ac:spMk id="4" creationId="{6121A752-075D-ABB2-1B07-5491B08EDC16}"/>
          </ac:spMkLst>
        </pc:spChg>
      </pc:sldChg>
      <pc:sldChg chg="modSp mod">
        <pc:chgData name="Shivam Mishra" userId="007e4e1f2533da90" providerId="LiveId" clId="{740E011E-B23F-4DDA-AF69-D7C0542DE04C}" dt="2025-01-13T04:31:52.849" v="212" actId="313"/>
        <pc:sldMkLst>
          <pc:docMk/>
          <pc:sldMk cId="1873068190" sldId="264"/>
        </pc:sldMkLst>
        <pc:spChg chg="mod">
          <ac:chgData name="Shivam Mishra" userId="007e4e1f2533da90" providerId="LiveId" clId="{740E011E-B23F-4DDA-AF69-D7C0542DE04C}" dt="2025-01-13T04:31:01.063" v="209" actId="1076"/>
          <ac:spMkLst>
            <pc:docMk/>
            <pc:sldMk cId="1873068190" sldId="264"/>
            <ac:spMk id="2" creationId="{0BE66D50-7D1A-B8F6-1827-8F22515E44E2}"/>
          </ac:spMkLst>
        </pc:spChg>
        <pc:spChg chg="mod">
          <ac:chgData name="Shivam Mishra" userId="007e4e1f2533da90" providerId="LiveId" clId="{740E011E-B23F-4DDA-AF69-D7C0542DE04C}" dt="2025-01-13T04:31:52.849" v="212" actId="313"/>
          <ac:spMkLst>
            <pc:docMk/>
            <pc:sldMk cId="1873068190" sldId="264"/>
            <ac:spMk id="18" creationId="{2DD9E76B-FFC6-F21B-FBE3-22B2811276AA}"/>
          </ac:spMkLst>
        </pc:spChg>
      </pc:sldChg>
      <pc:sldChg chg="addSp delSp modSp mod">
        <pc:chgData name="Shivam Mishra" userId="007e4e1f2533da90" providerId="LiveId" clId="{740E011E-B23F-4DDA-AF69-D7C0542DE04C}" dt="2025-01-13T05:09:35.416" v="528" actId="1076"/>
        <pc:sldMkLst>
          <pc:docMk/>
          <pc:sldMk cId="3286116965" sldId="265"/>
        </pc:sldMkLst>
        <pc:spChg chg="mod">
          <ac:chgData name="Shivam Mishra" userId="007e4e1f2533da90" providerId="LiveId" clId="{740E011E-B23F-4DDA-AF69-D7C0542DE04C}" dt="2025-01-13T05:09:35.416" v="528" actId="1076"/>
          <ac:spMkLst>
            <pc:docMk/>
            <pc:sldMk cId="3286116965" sldId="265"/>
            <ac:spMk id="2" creationId="{B9E92D45-B31E-BD12-1702-CCDEC940200C}"/>
          </ac:spMkLst>
        </pc:spChg>
        <pc:spChg chg="add del mod">
          <ac:chgData name="Shivam Mishra" userId="007e4e1f2533da90" providerId="LiveId" clId="{740E011E-B23F-4DDA-AF69-D7C0542DE04C}" dt="2025-01-13T05:08:50.328" v="523" actId="478"/>
          <ac:spMkLst>
            <pc:docMk/>
            <pc:sldMk cId="3286116965" sldId="265"/>
            <ac:spMk id="3" creationId="{899896F7-7249-96D2-AE13-C2148E8CE81A}"/>
          </ac:spMkLst>
        </pc:spChg>
        <pc:spChg chg="mod">
          <ac:chgData name="Shivam Mishra" userId="007e4e1f2533da90" providerId="LiveId" clId="{740E011E-B23F-4DDA-AF69-D7C0542DE04C}" dt="2025-01-13T05:09:31.465" v="527" actId="1076"/>
          <ac:spMkLst>
            <pc:docMk/>
            <pc:sldMk cId="3286116965" sldId="265"/>
            <ac:spMk id="7" creationId="{BFBA099F-DA05-8DB5-7575-60A862741F7A}"/>
          </ac:spMkLst>
        </pc:spChg>
      </pc:sldChg>
      <pc:sldChg chg="modSp mod">
        <pc:chgData name="Shivam Mishra" userId="007e4e1f2533da90" providerId="LiveId" clId="{740E011E-B23F-4DDA-AF69-D7C0542DE04C}" dt="2025-01-13T04:33:24.671" v="213" actId="2711"/>
        <pc:sldMkLst>
          <pc:docMk/>
          <pc:sldMk cId="1971949491" sldId="266"/>
        </pc:sldMkLst>
        <pc:spChg chg="mod">
          <ac:chgData name="Shivam Mishra" userId="007e4e1f2533da90" providerId="LiveId" clId="{740E011E-B23F-4DDA-AF69-D7C0542DE04C}" dt="2025-01-13T04:25:52.609" v="176" actId="1076"/>
          <ac:spMkLst>
            <pc:docMk/>
            <pc:sldMk cId="1971949491" sldId="266"/>
            <ac:spMk id="2" creationId="{9043E428-200D-3A57-0535-A3E3A62A44BA}"/>
          </ac:spMkLst>
        </pc:spChg>
        <pc:spChg chg="mod">
          <ac:chgData name="Shivam Mishra" userId="007e4e1f2533da90" providerId="LiveId" clId="{740E011E-B23F-4DDA-AF69-D7C0542DE04C}" dt="2025-01-13T04:33:24.671" v="213" actId="2711"/>
          <ac:spMkLst>
            <pc:docMk/>
            <pc:sldMk cId="1971949491" sldId="266"/>
            <ac:spMk id="3" creationId="{B0B89BD1-4B0E-4A44-87E9-A8B15591AD86}"/>
          </ac:spMkLst>
        </pc:spChg>
      </pc:sldChg>
      <pc:sldChg chg="addSp delSp modSp mod">
        <pc:chgData name="Shivam Mishra" userId="007e4e1f2533da90" providerId="LiveId" clId="{740E011E-B23F-4DDA-AF69-D7C0542DE04C}" dt="2025-01-13T04:38:40.070" v="219" actId="1076"/>
        <pc:sldMkLst>
          <pc:docMk/>
          <pc:sldMk cId="3594765004" sldId="267"/>
        </pc:sldMkLst>
        <pc:spChg chg="add del mod">
          <ac:chgData name="Shivam Mishra" userId="007e4e1f2533da90" providerId="LiveId" clId="{740E011E-B23F-4DDA-AF69-D7C0542DE04C}" dt="2025-01-13T04:37:41.347" v="216" actId="478"/>
          <ac:spMkLst>
            <pc:docMk/>
            <pc:sldMk cId="3594765004" sldId="267"/>
            <ac:spMk id="3" creationId="{280069C5-6771-4AE0-F363-81B2397C4DC9}"/>
          </ac:spMkLst>
        </pc:spChg>
        <pc:spChg chg="mod">
          <ac:chgData name="Shivam Mishra" userId="007e4e1f2533da90" providerId="LiveId" clId="{740E011E-B23F-4DDA-AF69-D7C0542DE04C}" dt="2025-01-13T04:38:40.070" v="219" actId="1076"/>
          <ac:spMkLst>
            <pc:docMk/>
            <pc:sldMk cId="3594765004" sldId="267"/>
            <ac:spMk id="13" creationId="{601029AA-C2A5-2664-ED8B-CF94BFEE7C93}"/>
          </ac:spMkLst>
        </pc:spChg>
      </pc:sldChg>
      <pc:sldChg chg="modSp mod">
        <pc:chgData name="Shivam Mishra" userId="007e4e1f2533da90" providerId="LiveId" clId="{740E011E-B23F-4DDA-AF69-D7C0542DE04C}" dt="2025-01-13T05:07:53.992" v="518" actId="1076"/>
        <pc:sldMkLst>
          <pc:docMk/>
          <pc:sldMk cId="743951842" sldId="268"/>
        </pc:sldMkLst>
        <pc:spChg chg="mod">
          <ac:chgData name="Shivam Mishra" userId="007e4e1f2533da90" providerId="LiveId" clId="{740E011E-B23F-4DDA-AF69-D7C0542DE04C}" dt="2025-01-13T04:25:24.121" v="171" actId="255"/>
          <ac:spMkLst>
            <pc:docMk/>
            <pc:sldMk cId="743951842" sldId="268"/>
            <ac:spMk id="2" creationId="{5CB0D61D-ADA4-D44E-3132-C904FAA06A50}"/>
          </ac:spMkLst>
        </pc:spChg>
        <pc:spChg chg="mod">
          <ac:chgData name="Shivam Mishra" userId="007e4e1f2533da90" providerId="LiveId" clId="{740E011E-B23F-4DDA-AF69-D7C0542DE04C}" dt="2025-01-13T05:07:53.992" v="518" actId="1076"/>
          <ac:spMkLst>
            <pc:docMk/>
            <pc:sldMk cId="743951842" sldId="268"/>
            <ac:spMk id="3" creationId="{EA996052-45CF-8BC7-4290-58537A679C5D}"/>
          </ac:spMkLst>
        </pc:spChg>
      </pc:sldChg>
      <pc:sldChg chg="modSp mod">
        <pc:chgData name="Shivam Mishra" userId="007e4e1f2533da90" providerId="LiveId" clId="{740E011E-B23F-4DDA-AF69-D7C0542DE04C}" dt="2025-01-13T05:06:18.055" v="502" actId="1076"/>
        <pc:sldMkLst>
          <pc:docMk/>
          <pc:sldMk cId="3558790698" sldId="269"/>
        </pc:sldMkLst>
        <pc:spChg chg="mod">
          <ac:chgData name="Shivam Mishra" userId="007e4e1f2533da90" providerId="LiveId" clId="{740E011E-B23F-4DDA-AF69-D7C0542DE04C}" dt="2025-01-13T05:06:18.055" v="502" actId="1076"/>
          <ac:spMkLst>
            <pc:docMk/>
            <pc:sldMk cId="3558790698" sldId="269"/>
            <ac:spMk id="2" creationId="{657821CC-47FD-F89D-1F77-DE431287B0F1}"/>
          </ac:spMkLst>
        </pc:spChg>
        <pc:spChg chg="mod">
          <ac:chgData name="Shivam Mishra" userId="007e4e1f2533da90" providerId="LiveId" clId="{740E011E-B23F-4DDA-AF69-D7C0542DE04C}" dt="2025-01-13T05:06:09.190" v="499" actId="1076"/>
          <ac:spMkLst>
            <pc:docMk/>
            <pc:sldMk cId="3558790698" sldId="269"/>
            <ac:spMk id="3" creationId="{A0B1D79F-FA3C-3F97-C5DA-7B07B1B865A9}"/>
          </ac:spMkLst>
        </pc:spChg>
      </pc:sldChg>
      <pc:sldChg chg="modSp mod">
        <pc:chgData name="Shivam Mishra" userId="007e4e1f2533da90" providerId="LiveId" clId="{740E011E-B23F-4DDA-AF69-D7C0542DE04C}" dt="2025-01-13T05:02:39.916" v="482" actId="2711"/>
        <pc:sldMkLst>
          <pc:docMk/>
          <pc:sldMk cId="3879735926" sldId="270"/>
        </pc:sldMkLst>
        <pc:spChg chg="mod">
          <ac:chgData name="Shivam Mishra" userId="007e4e1f2533da90" providerId="LiveId" clId="{740E011E-B23F-4DDA-AF69-D7C0542DE04C}" dt="2025-01-13T04:23:01.128" v="160" actId="1076"/>
          <ac:spMkLst>
            <pc:docMk/>
            <pc:sldMk cId="3879735926" sldId="270"/>
            <ac:spMk id="2" creationId="{C0ECC9AE-6A68-E97C-B6F4-0E60EF848BB1}"/>
          </ac:spMkLst>
        </pc:spChg>
        <pc:spChg chg="mod">
          <ac:chgData name="Shivam Mishra" userId="007e4e1f2533da90" providerId="LiveId" clId="{740E011E-B23F-4DDA-AF69-D7C0542DE04C}" dt="2025-01-13T05:02:39.916" v="482" actId="2711"/>
          <ac:spMkLst>
            <pc:docMk/>
            <pc:sldMk cId="3879735926" sldId="270"/>
            <ac:spMk id="4" creationId="{61966EC0-B9B0-03AC-2002-F907254B2EC6}"/>
          </ac:spMkLst>
        </pc:spChg>
      </pc:sldChg>
      <pc:sldChg chg="modSp mod">
        <pc:chgData name="Shivam Mishra" userId="007e4e1f2533da90" providerId="LiveId" clId="{740E011E-B23F-4DDA-AF69-D7C0542DE04C}" dt="2025-01-13T04:21:30.137" v="151" actId="404"/>
        <pc:sldMkLst>
          <pc:docMk/>
          <pc:sldMk cId="708713818" sldId="271"/>
        </pc:sldMkLst>
        <pc:spChg chg="mod">
          <ac:chgData name="Shivam Mishra" userId="007e4e1f2533da90" providerId="LiveId" clId="{740E011E-B23F-4DDA-AF69-D7C0542DE04C}" dt="2025-01-13T04:21:30.137" v="151" actId="404"/>
          <ac:spMkLst>
            <pc:docMk/>
            <pc:sldMk cId="708713818" sldId="271"/>
            <ac:spMk id="3" creationId="{D9853EB8-E65F-ADB8-7E06-5CF7C883A767}"/>
          </ac:spMkLst>
        </pc:spChg>
        <pc:spChg chg="mod">
          <ac:chgData name="Shivam Mishra" userId="007e4e1f2533da90" providerId="LiveId" clId="{740E011E-B23F-4DDA-AF69-D7C0542DE04C}" dt="2025-01-13T04:20:07.886" v="141" actId="1036"/>
          <ac:spMkLst>
            <pc:docMk/>
            <pc:sldMk cId="708713818" sldId="271"/>
            <ac:spMk id="4" creationId="{AAF29022-43E0-3CEA-7B86-D5F646DE647C}"/>
          </ac:spMkLst>
        </pc:spChg>
      </pc:sldChg>
      <pc:sldChg chg="addSp modSp new mod">
        <pc:chgData name="Shivam Mishra" userId="007e4e1f2533da90" providerId="LiveId" clId="{740E011E-B23F-4DDA-AF69-D7C0542DE04C}" dt="2025-01-13T05:06:46.539" v="512" actId="20577"/>
        <pc:sldMkLst>
          <pc:docMk/>
          <pc:sldMk cId="328856459" sldId="272"/>
        </pc:sldMkLst>
        <pc:spChg chg="mod">
          <ac:chgData name="Shivam Mishra" userId="007e4e1f2533da90" providerId="LiveId" clId="{740E011E-B23F-4DDA-AF69-D7C0542DE04C}" dt="2025-01-13T04:22:22.700" v="156" actId="1076"/>
          <ac:spMkLst>
            <pc:docMk/>
            <pc:sldMk cId="328856459" sldId="272"/>
            <ac:spMk id="2" creationId="{BF4A0093-686D-B839-D618-85601A01EF1E}"/>
          </ac:spMkLst>
        </pc:spChg>
        <pc:spChg chg="add mod">
          <ac:chgData name="Shivam Mishra" userId="007e4e1f2533da90" providerId="LiveId" clId="{740E011E-B23F-4DDA-AF69-D7C0542DE04C}" dt="2025-01-13T05:06:46.539" v="512" actId="20577"/>
          <ac:spMkLst>
            <pc:docMk/>
            <pc:sldMk cId="328856459" sldId="272"/>
            <ac:spMk id="3" creationId="{09C6E4E5-858A-2848-3D7A-8B0F844D1934}"/>
          </ac:spMkLst>
        </pc:spChg>
      </pc:sldChg>
      <pc:sldChg chg="addSp delSp modSp new mod">
        <pc:chgData name="Shivam Mishra" userId="007e4e1f2533da90" providerId="LiveId" clId="{740E011E-B23F-4DDA-AF69-D7C0542DE04C}" dt="2025-01-13T04:57:42.479" v="452" actId="20577"/>
        <pc:sldMkLst>
          <pc:docMk/>
          <pc:sldMk cId="3803180239" sldId="273"/>
        </pc:sldMkLst>
        <pc:spChg chg="add mod">
          <ac:chgData name="Shivam Mishra" userId="007e4e1f2533da90" providerId="LiveId" clId="{740E011E-B23F-4DDA-AF69-D7C0542DE04C}" dt="2025-01-13T04:40:44.567" v="236" actId="1076"/>
          <ac:spMkLst>
            <pc:docMk/>
            <pc:sldMk cId="3803180239" sldId="273"/>
            <ac:spMk id="2" creationId="{0A70D61A-62B6-2DAC-8B50-E44704F8A429}"/>
          </ac:spMkLst>
        </pc:spChg>
        <pc:spChg chg="add del mod">
          <ac:chgData name="Shivam Mishra" userId="007e4e1f2533da90" providerId="LiveId" clId="{740E011E-B23F-4DDA-AF69-D7C0542DE04C}" dt="2025-01-13T04:40:57.130" v="239"/>
          <ac:spMkLst>
            <pc:docMk/>
            <pc:sldMk cId="3803180239" sldId="273"/>
            <ac:spMk id="3" creationId="{E87FAF14-46EE-65D1-40D6-962CAFB5DA42}"/>
          </ac:spMkLst>
        </pc:spChg>
        <pc:spChg chg="add mod">
          <ac:chgData name="Shivam Mishra" userId="007e4e1f2533da90" providerId="LiveId" clId="{740E011E-B23F-4DDA-AF69-D7C0542DE04C}" dt="2025-01-13T04:57:42.479" v="452" actId="20577"/>
          <ac:spMkLst>
            <pc:docMk/>
            <pc:sldMk cId="3803180239" sldId="273"/>
            <ac:spMk id="4" creationId="{0086924D-E060-6949-F589-4F33163DD0C0}"/>
          </ac:spMkLst>
        </pc:spChg>
      </pc:sldChg>
      <pc:sldChg chg="addSp modSp new mod">
        <pc:chgData name="Shivam Mishra" userId="007e4e1f2533da90" providerId="LiveId" clId="{740E011E-B23F-4DDA-AF69-D7C0542DE04C}" dt="2025-01-13T04:56:13.615" v="436" actId="14100"/>
        <pc:sldMkLst>
          <pc:docMk/>
          <pc:sldMk cId="2221498851" sldId="274"/>
        </pc:sldMkLst>
        <pc:picChg chg="add mod">
          <ac:chgData name="Shivam Mishra" userId="007e4e1f2533da90" providerId="LiveId" clId="{740E011E-B23F-4DDA-AF69-D7C0542DE04C}" dt="2025-01-13T04:56:13.615" v="436" actId="14100"/>
          <ac:picMkLst>
            <pc:docMk/>
            <pc:sldMk cId="2221498851" sldId="274"/>
            <ac:picMk id="5" creationId="{6FD3650B-02C8-7665-C2A7-0E30B737CF3D}"/>
          </ac:picMkLst>
        </pc:picChg>
      </pc:sldChg>
    </pc:docChg>
  </pc:docChgLst>
  <pc:docChgLst>
    <pc:chgData name="Shivam Mishra" userId="007e4e1f2533da90" providerId="LiveId" clId="{C3B84AC9-29E6-4E49-A87F-19FA0600BF79}"/>
    <pc:docChg chg="undo redo custSel addSld delSld modSld sldOrd">
      <pc:chgData name="Shivam Mishra" userId="007e4e1f2533da90" providerId="LiveId" clId="{C3B84AC9-29E6-4E49-A87F-19FA0600BF79}" dt="2024-11-28T04:41:43.199" v="623" actId="14100"/>
      <pc:docMkLst>
        <pc:docMk/>
      </pc:docMkLst>
      <pc:sldChg chg="addSp modSp add del mod">
        <pc:chgData name="Shivam Mishra" userId="007e4e1f2533da90" providerId="LiveId" clId="{C3B84AC9-29E6-4E49-A87F-19FA0600BF79}" dt="2024-11-28T04:38:09.304" v="605" actId="1076"/>
        <pc:sldMkLst>
          <pc:docMk/>
          <pc:sldMk cId="2769080122" sldId="256"/>
        </pc:sldMkLst>
        <pc:spChg chg="add mod">
          <ac:chgData name="Shivam Mishra" userId="007e4e1f2533da90" providerId="LiveId" clId="{C3B84AC9-29E6-4E49-A87F-19FA0600BF79}" dt="2024-11-28T04:38:09.304" v="605" actId="1076"/>
          <ac:spMkLst>
            <pc:docMk/>
            <pc:sldMk cId="2769080122" sldId="256"/>
            <ac:spMk id="4" creationId="{026D15DE-886F-6F18-2F38-ED599666E811}"/>
          </ac:spMkLst>
        </pc:spChg>
        <pc:spChg chg="mod">
          <ac:chgData name="Shivam Mishra" userId="007e4e1f2533da90" providerId="LiveId" clId="{C3B84AC9-29E6-4E49-A87F-19FA0600BF79}" dt="2024-11-28T04:37:37.089" v="577" actId="20577"/>
          <ac:spMkLst>
            <pc:docMk/>
            <pc:sldMk cId="2769080122" sldId="256"/>
            <ac:spMk id="5" creationId="{952EC1DA-9B1B-3681-000E-6519EE2DE96E}"/>
          </ac:spMkLst>
        </pc:spChg>
        <pc:spChg chg="add mod">
          <ac:chgData name="Shivam Mishra" userId="007e4e1f2533da90" providerId="LiveId" clId="{C3B84AC9-29E6-4E49-A87F-19FA0600BF79}" dt="2024-10-24T05:25:48.607" v="386" actId="1076"/>
          <ac:spMkLst>
            <pc:docMk/>
            <pc:sldMk cId="2769080122" sldId="256"/>
            <ac:spMk id="6" creationId="{3626AD7C-BC12-9741-B848-747A976676F3}"/>
          </ac:spMkLst>
        </pc:spChg>
      </pc:sldChg>
      <pc:sldChg chg="modSp mod">
        <pc:chgData name="Shivam Mishra" userId="007e4e1f2533da90" providerId="LiveId" clId="{C3B84AC9-29E6-4E49-A87F-19FA0600BF79}" dt="2024-10-24T08:11:05.088" v="447" actId="123"/>
        <pc:sldMkLst>
          <pc:docMk/>
          <pc:sldMk cId="1795853641" sldId="257"/>
        </pc:sldMkLst>
        <pc:spChg chg="mod">
          <ac:chgData name="Shivam Mishra" userId="007e4e1f2533da90" providerId="LiveId" clId="{C3B84AC9-29E6-4E49-A87F-19FA0600BF79}" dt="2024-10-24T08:11:05.088" v="447" actId="123"/>
          <ac:spMkLst>
            <pc:docMk/>
            <pc:sldMk cId="1795853641" sldId="257"/>
            <ac:spMk id="3" creationId="{5A65A18A-BF17-0415-0ACF-13E0DF41F300}"/>
          </ac:spMkLst>
        </pc:spChg>
      </pc:sldChg>
      <pc:sldChg chg="addSp modSp mod">
        <pc:chgData name="Shivam Mishra" userId="007e4e1f2533da90" providerId="LiveId" clId="{C3B84AC9-29E6-4E49-A87F-19FA0600BF79}" dt="2024-10-23T18:42:59.543" v="240" actId="113"/>
        <pc:sldMkLst>
          <pc:docMk/>
          <pc:sldMk cId="1245853685" sldId="258"/>
        </pc:sldMkLst>
        <pc:spChg chg="mod">
          <ac:chgData name="Shivam Mishra" userId="007e4e1f2533da90" providerId="LiveId" clId="{C3B84AC9-29E6-4E49-A87F-19FA0600BF79}" dt="2024-10-23T18:42:59.543" v="240" actId="113"/>
          <ac:spMkLst>
            <pc:docMk/>
            <pc:sldMk cId="1245853685" sldId="258"/>
            <ac:spMk id="5" creationId="{CFD204AE-C6F9-32BB-7590-0ACE42158ED4}"/>
          </ac:spMkLst>
        </pc:spChg>
      </pc:sldChg>
      <pc:sldChg chg="addSp delSp modSp mod">
        <pc:chgData name="Shivam Mishra" userId="007e4e1f2533da90" providerId="LiveId" clId="{C3B84AC9-29E6-4E49-A87F-19FA0600BF79}" dt="2024-10-24T05:14:57.833" v="279" actId="14100"/>
        <pc:sldMkLst>
          <pc:docMk/>
          <pc:sldMk cId="4228745400" sldId="259"/>
        </pc:sldMkLst>
        <pc:spChg chg="mod">
          <ac:chgData name="Shivam Mishra" userId="007e4e1f2533da90" providerId="LiveId" clId="{C3B84AC9-29E6-4E49-A87F-19FA0600BF79}" dt="2024-10-24T05:14:45.180" v="278" actId="1076"/>
          <ac:spMkLst>
            <pc:docMk/>
            <pc:sldMk cId="4228745400" sldId="259"/>
            <ac:spMk id="2" creationId="{EBD5EC43-5E81-8CA9-E563-2EF51C48BB4D}"/>
          </ac:spMkLst>
        </pc:spChg>
        <pc:spChg chg="mod">
          <ac:chgData name="Shivam Mishra" userId="007e4e1f2533da90" providerId="LiveId" clId="{C3B84AC9-29E6-4E49-A87F-19FA0600BF79}" dt="2024-10-24T05:13:08.804" v="257" actId="5793"/>
          <ac:spMkLst>
            <pc:docMk/>
            <pc:sldMk cId="4228745400" sldId="259"/>
            <ac:spMk id="3" creationId="{BAC0A549-B09B-7B31-49D8-7C8F14B6DAEA}"/>
          </ac:spMkLst>
        </pc:spChg>
        <pc:picChg chg="add mod">
          <ac:chgData name="Shivam Mishra" userId="007e4e1f2533da90" providerId="LiveId" clId="{C3B84AC9-29E6-4E49-A87F-19FA0600BF79}" dt="2024-10-24T05:14:57.833" v="279" actId="14100"/>
          <ac:picMkLst>
            <pc:docMk/>
            <pc:sldMk cId="4228745400" sldId="259"/>
            <ac:picMk id="6" creationId="{DBEB8857-0190-85F7-1372-FCEF83378106}"/>
          </ac:picMkLst>
        </pc:picChg>
      </pc:sldChg>
      <pc:sldChg chg="del">
        <pc:chgData name="Shivam Mishra" userId="007e4e1f2533da90" providerId="LiveId" clId="{C3B84AC9-29E6-4E49-A87F-19FA0600BF79}" dt="2024-10-24T05:16:36.673" v="280" actId="2696"/>
        <pc:sldMkLst>
          <pc:docMk/>
          <pc:sldMk cId="4080636900" sldId="260"/>
        </pc:sldMkLst>
      </pc:sldChg>
      <pc:sldChg chg="del">
        <pc:chgData name="Shivam Mishra" userId="007e4e1f2533da90" providerId="LiveId" clId="{C3B84AC9-29E6-4E49-A87F-19FA0600BF79}" dt="2024-10-24T05:16:40.408" v="281" actId="2696"/>
        <pc:sldMkLst>
          <pc:docMk/>
          <pc:sldMk cId="824556478" sldId="261"/>
        </pc:sldMkLst>
      </pc:sldChg>
      <pc:sldChg chg="addSp delSp modSp mod">
        <pc:chgData name="Shivam Mishra" userId="007e4e1f2533da90" providerId="LiveId" clId="{C3B84AC9-29E6-4E49-A87F-19FA0600BF79}" dt="2024-10-24T05:23:25.001" v="309" actId="1076"/>
        <pc:sldMkLst>
          <pc:docMk/>
          <pc:sldMk cId="3739754873" sldId="262"/>
        </pc:sldMkLst>
        <pc:spChg chg="mod">
          <ac:chgData name="Shivam Mishra" userId="007e4e1f2533da90" providerId="LiveId" clId="{C3B84AC9-29E6-4E49-A87F-19FA0600BF79}" dt="2024-10-24T05:19:29.246" v="284" actId="1076"/>
          <ac:spMkLst>
            <pc:docMk/>
            <pc:sldMk cId="3739754873" sldId="262"/>
            <ac:spMk id="2" creationId="{A986719B-2205-8C9E-12F1-9AE7E5DBB652}"/>
          </ac:spMkLst>
        </pc:spChg>
        <pc:spChg chg="add mod">
          <ac:chgData name="Shivam Mishra" userId="007e4e1f2533da90" providerId="LiveId" clId="{C3B84AC9-29E6-4E49-A87F-19FA0600BF79}" dt="2024-10-24T05:23:25.001" v="309" actId="1076"/>
          <ac:spMkLst>
            <pc:docMk/>
            <pc:sldMk cId="3739754873" sldId="262"/>
            <ac:spMk id="4" creationId="{6121A752-075D-ABB2-1B07-5491B08EDC16}"/>
          </ac:spMkLst>
        </pc:spChg>
      </pc:sldChg>
      <pc:sldChg chg="ord">
        <pc:chgData name="Shivam Mishra" userId="007e4e1f2533da90" providerId="LiveId" clId="{C3B84AC9-29E6-4E49-A87F-19FA0600BF79}" dt="2024-10-24T05:29:13.877" v="397"/>
        <pc:sldMkLst>
          <pc:docMk/>
          <pc:sldMk cId="537668525" sldId="263"/>
        </pc:sldMkLst>
      </pc:sldChg>
      <pc:sldChg chg="modSp mod">
        <pc:chgData name="Shivam Mishra" userId="007e4e1f2533da90" providerId="LiveId" clId="{C3B84AC9-29E6-4E49-A87F-19FA0600BF79}" dt="2024-10-23T18:15:38.311" v="69" actId="20577"/>
        <pc:sldMkLst>
          <pc:docMk/>
          <pc:sldMk cId="1971949491" sldId="266"/>
        </pc:sldMkLst>
        <pc:spChg chg="mod">
          <ac:chgData name="Shivam Mishra" userId="007e4e1f2533da90" providerId="LiveId" clId="{C3B84AC9-29E6-4E49-A87F-19FA0600BF79}" dt="2024-10-23T18:06:03.633" v="2" actId="1076"/>
          <ac:spMkLst>
            <pc:docMk/>
            <pc:sldMk cId="1971949491" sldId="266"/>
            <ac:spMk id="2" creationId="{9043E428-200D-3A57-0535-A3E3A62A44BA}"/>
          </ac:spMkLst>
        </pc:spChg>
        <pc:spChg chg="mod">
          <ac:chgData name="Shivam Mishra" userId="007e4e1f2533da90" providerId="LiveId" clId="{C3B84AC9-29E6-4E49-A87F-19FA0600BF79}" dt="2024-10-23T18:15:38.311" v="69" actId="20577"/>
          <ac:spMkLst>
            <pc:docMk/>
            <pc:sldMk cId="1971949491" sldId="266"/>
            <ac:spMk id="3" creationId="{B0B89BD1-4B0E-4A44-87E9-A8B15591AD86}"/>
          </ac:spMkLst>
        </pc:spChg>
      </pc:sldChg>
      <pc:sldChg chg="addSp delSp modSp new mod">
        <pc:chgData name="Shivam Mishra" userId="007e4e1f2533da90" providerId="LiveId" clId="{C3B84AC9-29E6-4E49-A87F-19FA0600BF79}" dt="2024-10-23T18:22:10.086" v="111" actId="1076"/>
        <pc:sldMkLst>
          <pc:docMk/>
          <pc:sldMk cId="3594765004" sldId="267"/>
        </pc:sldMkLst>
        <pc:spChg chg="mod">
          <ac:chgData name="Shivam Mishra" userId="007e4e1f2533da90" providerId="LiveId" clId="{C3B84AC9-29E6-4E49-A87F-19FA0600BF79}" dt="2024-10-23T18:17:46.109" v="78" actId="1076"/>
          <ac:spMkLst>
            <pc:docMk/>
            <pc:sldMk cId="3594765004" sldId="267"/>
            <ac:spMk id="2" creationId="{961BC5BB-6CB7-AF50-EDAF-CCEB6035083C}"/>
          </ac:spMkLst>
        </pc:spChg>
        <pc:spChg chg="add mod">
          <ac:chgData name="Shivam Mishra" userId="007e4e1f2533da90" providerId="LiveId" clId="{C3B84AC9-29E6-4E49-A87F-19FA0600BF79}" dt="2024-10-23T18:22:10.086" v="111" actId="1076"/>
          <ac:spMkLst>
            <pc:docMk/>
            <pc:sldMk cId="3594765004" sldId="267"/>
            <ac:spMk id="13" creationId="{601029AA-C2A5-2664-ED8B-CF94BFEE7C93}"/>
          </ac:spMkLst>
        </pc:spChg>
      </pc:sldChg>
      <pc:sldChg chg="addSp modSp new mod">
        <pc:chgData name="Shivam Mishra" userId="007e4e1f2533da90" providerId="LiveId" clId="{C3B84AC9-29E6-4E49-A87F-19FA0600BF79}" dt="2024-10-24T05:28:27.793" v="393" actId="20577"/>
        <pc:sldMkLst>
          <pc:docMk/>
          <pc:sldMk cId="743951842" sldId="268"/>
        </pc:sldMkLst>
        <pc:spChg chg="mod">
          <ac:chgData name="Shivam Mishra" userId="007e4e1f2533da90" providerId="LiveId" clId="{C3B84AC9-29E6-4E49-A87F-19FA0600BF79}" dt="2024-10-24T05:28:27.793" v="393" actId="20577"/>
          <ac:spMkLst>
            <pc:docMk/>
            <pc:sldMk cId="743951842" sldId="268"/>
            <ac:spMk id="2" creationId="{5CB0D61D-ADA4-D44E-3132-C904FAA06A50}"/>
          </ac:spMkLst>
        </pc:spChg>
        <pc:spChg chg="mod">
          <ac:chgData name="Shivam Mishra" userId="007e4e1f2533da90" providerId="LiveId" clId="{C3B84AC9-29E6-4E49-A87F-19FA0600BF79}" dt="2024-10-23T18:42:27.833" v="237" actId="113"/>
          <ac:spMkLst>
            <pc:docMk/>
            <pc:sldMk cId="743951842" sldId="268"/>
            <ac:spMk id="3" creationId="{EA996052-45CF-8BC7-4290-58537A679C5D}"/>
          </ac:spMkLst>
        </pc:spChg>
      </pc:sldChg>
      <pc:sldChg chg="addSp delSp modSp new mod">
        <pc:chgData name="Shivam Mishra" userId="007e4e1f2533da90" providerId="LiveId" clId="{C3B84AC9-29E6-4E49-A87F-19FA0600BF79}" dt="2024-10-23T18:41:12.417" v="228" actId="14100"/>
        <pc:sldMkLst>
          <pc:docMk/>
          <pc:sldMk cId="3558790698" sldId="269"/>
        </pc:sldMkLst>
        <pc:spChg chg="mod">
          <ac:chgData name="Shivam Mishra" userId="007e4e1f2533da90" providerId="LiveId" clId="{C3B84AC9-29E6-4E49-A87F-19FA0600BF79}" dt="2024-10-23T18:40:56.572" v="219" actId="1076"/>
          <ac:spMkLst>
            <pc:docMk/>
            <pc:sldMk cId="3558790698" sldId="269"/>
            <ac:spMk id="2" creationId="{657821CC-47FD-F89D-1F77-DE431287B0F1}"/>
          </ac:spMkLst>
        </pc:spChg>
        <pc:spChg chg="add del mod">
          <ac:chgData name="Shivam Mishra" userId="007e4e1f2533da90" providerId="LiveId" clId="{C3B84AC9-29E6-4E49-A87F-19FA0600BF79}" dt="2024-10-23T18:41:12.417" v="228" actId="14100"/>
          <ac:spMkLst>
            <pc:docMk/>
            <pc:sldMk cId="3558790698" sldId="269"/>
            <ac:spMk id="3" creationId="{A0B1D79F-FA3C-3F97-C5DA-7B07B1B865A9}"/>
          </ac:spMkLst>
        </pc:spChg>
      </pc:sldChg>
      <pc:sldChg chg="addSp delSp modSp new mod">
        <pc:chgData name="Shivam Mishra" userId="007e4e1f2533da90" providerId="LiveId" clId="{C3B84AC9-29E6-4E49-A87F-19FA0600BF79}" dt="2024-10-24T05:38:53.363" v="422" actId="1076"/>
        <pc:sldMkLst>
          <pc:docMk/>
          <pc:sldMk cId="3879735926" sldId="270"/>
        </pc:sldMkLst>
        <pc:spChg chg="mod">
          <ac:chgData name="Shivam Mishra" userId="007e4e1f2533da90" providerId="LiveId" clId="{C3B84AC9-29E6-4E49-A87F-19FA0600BF79}" dt="2024-10-24T05:35:08.906" v="401" actId="1076"/>
          <ac:spMkLst>
            <pc:docMk/>
            <pc:sldMk cId="3879735926" sldId="270"/>
            <ac:spMk id="2" creationId="{C0ECC9AE-6A68-E97C-B6F4-0E60EF848BB1}"/>
          </ac:spMkLst>
        </pc:spChg>
        <pc:spChg chg="add mod">
          <ac:chgData name="Shivam Mishra" userId="007e4e1f2533da90" providerId="LiveId" clId="{C3B84AC9-29E6-4E49-A87F-19FA0600BF79}" dt="2024-10-24T05:38:53.363" v="422" actId="1076"/>
          <ac:spMkLst>
            <pc:docMk/>
            <pc:sldMk cId="3879735926" sldId="270"/>
            <ac:spMk id="4" creationId="{61966EC0-B9B0-03AC-2002-F907254B2EC6}"/>
          </ac:spMkLst>
        </pc:spChg>
      </pc:sldChg>
      <pc:sldChg chg="addSp delSp modSp new mod">
        <pc:chgData name="Shivam Mishra" userId="007e4e1f2533da90" providerId="LiveId" clId="{C3B84AC9-29E6-4E49-A87F-19FA0600BF79}" dt="2024-11-28T04:41:43.199" v="623" actId="14100"/>
        <pc:sldMkLst>
          <pc:docMk/>
          <pc:sldMk cId="708713818" sldId="271"/>
        </pc:sldMkLst>
        <pc:spChg chg="mod">
          <ac:chgData name="Shivam Mishra" userId="007e4e1f2533da90" providerId="LiveId" clId="{C3B84AC9-29E6-4E49-A87F-19FA0600BF79}" dt="2024-11-07T08:54:36.832" v="466" actId="207"/>
          <ac:spMkLst>
            <pc:docMk/>
            <pc:sldMk cId="708713818" sldId="271"/>
            <ac:spMk id="3" creationId="{D9853EB8-E65F-ADB8-7E06-5CF7C883A767}"/>
          </ac:spMkLst>
        </pc:spChg>
        <pc:spChg chg="add mod">
          <ac:chgData name="Shivam Mishra" userId="007e4e1f2533da90" providerId="LiveId" clId="{C3B84AC9-29E6-4E49-A87F-19FA0600BF79}" dt="2024-11-28T04:41:43.199" v="623" actId="14100"/>
          <ac:spMkLst>
            <pc:docMk/>
            <pc:sldMk cId="708713818" sldId="271"/>
            <ac:spMk id="4" creationId="{AAF29022-43E0-3CEA-7B86-D5F646DE647C}"/>
          </ac:spMkLst>
        </pc:spChg>
      </pc:sldChg>
      <pc:sldMasterChg chg="addSldLayout delSldLayout">
        <pc:chgData name="Shivam Mishra" userId="007e4e1f2533da90" providerId="LiveId" clId="{C3B84AC9-29E6-4E49-A87F-19FA0600BF79}" dt="2024-10-24T08:33:27.912" v="449" actId="47"/>
        <pc:sldMasterMkLst>
          <pc:docMk/>
          <pc:sldMasterMk cId="4230764007" sldId="2147483661"/>
        </pc:sldMasterMkLst>
        <pc:sldLayoutChg chg="add del">
          <pc:chgData name="Shivam Mishra" userId="007e4e1f2533da90" providerId="LiveId" clId="{C3B84AC9-29E6-4E49-A87F-19FA0600BF79}" dt="2024-10-24T08:33:27.912" v="449" actId="47"/>
          <pc:sldLayoutMkLst>
            <pc:docMk/>
            <pc:sldMasterMk cId="4230764007" sldId="2147483661"/>
            <pc:sldLayoutMk cId="295406514" sldId="2147483662"/>
          </pc:sldLayoutMkLst>
        </pc:sldLayoutChg>
      </pc:sldMasterChg>
    </pc:docChg>
  </pc:docChgLst>
  <pc:docChgLst>
    <pc:chgData name="Guest User" providerId="Windows Live" clId="Web-{1C543C0A-D935-F083-D726-18422279AA67}"/>
    <pc:docChg chg="modSld">
      <pc:chgData name="Guest User" userId="" providerId="Windows Live" clId="Web-{1C543C0A-D935-F083-D726-18422279AA67}" dt="2024-11-28T08:04:54.623" v="3" actId="1076"/>
      <pc:docMkLst>
        <pc:docMk/>
      </pc:docMkLst>
      <pc:sldChg chg="modSp">
        <pc:chgData name="Guest User" userId="" providerId="Windows Live" clId="Web-{1C543C0A-D935-F083-D726-18422279AA67}" dt="2024-11-28T08:04:54.623" v="3" actId="1076"/>
        <pc:sldMkLst>
          <pc:docMk/>
          <pc:sldMk cId="2769080122" sldId="256"/>
        </pc:sldMkLst>
        <pc:spChg chg="mod">
          <ac:chgData name="Guest User" userId="" providerId="Windows Live" clId="Web-{1C543C0A-D935-F083-D726-18422279AA67}" dt="2024-11-28T08:04:43.935" v="0" actId="1076"/>
          <ac:spMkLst>
            <pc:docMk/>
            <pc:sldMk cId="2769080122" sldId="256"/>
            <ac:spMk id="4" creationId="{026D15DE-886F-6F18-2F38-ED599666E811}"/>
          </ac:spMkLst>
        </pc:spChg>
        <pc:spChg chg="mod">
          <ac:chgData name="Guest User" userId="" providerId="Windows Live" clId="Web-{1C543C0A-D935-F083-D726-18422279AA67}" dt="2024-11-28T08:04:54.623" v="3" actId="1076"/>
          <ac:spMkLst>
            <pc:docMk/>
            <pc:sldMk cId="2769080122" sldId="256"/>
            <ac:spMk id="5" creationId="{952EC1DA-9B1B-3681-000E-6519EE2DE96E}"/>
          </ac:spMkLst>
        </pc:spChg>
        <pc:spChg chg="mod">
          <ac:chgData name="Guest User" userId="" providerId="Windows Live" clId="Web-{1C543C0A-D935-F083-D726-18422279AA67}" dt="2024-11-28T08:04:50.732" v="2" actId="1076"/>
          <ac:spMkLst>
            <pc:docMk/>
            <pc:sldMk cId="2769080122" sldId="256"/>
            <ac:spMk id="6" creationId="{3626AD7C-BC12-9741-B848-747A976676F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flipH="1">
            <a:off x="-1379100" y="4772468"/>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rgbClr val="A9874B">
              <a:alpha val="33930"/>
            </a:srgbClr>
          </a:solidFill>
          <a:ln>
            <a:noFill/>
          </a:ln>
        </p:spPr>
      </p:sp>
      <p:sp>
        <p:nvSpPr>
          <p:cNvPr id="10" name="Google Shape;10;p2"/>
          <p:cNvSpPr/>
          <p:nvPr/>
        </p:nvSpPr>
        <p:spPr>
          <a:xfrm>
            <a:off x="-1670500" y="5073834"/>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11" name="Google Shape;11;p2"/>
          <p:cNvGrpSpPr/>
          <p:nvPr/>
        </p:nvGrpSpPr>
        <p:grpSpPr>
          <a:xfrm>
            <a:off x="10131282" y="275079"/>
            <a:ext cx="2951401" cy="1135736"/>
            <a:chOff x="3352611" y="546734"/>
            <a:chExt cx="2213551" cy="851802"/>
          </a:xfrm>
        </p:grpSpPr>
        <p:sp>
          <p:nvSpPr>
            <p:cNvPr id="12" name="Google Shape;12;p2"/>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 name="Google Shape;13;p2"/>
            <p:cNvGrpSpPr/>
            <p:nvPr/>
          </p:nvGrpSpPr>
          <p:grpSpPr>
            <a:xfrm>
              <a:off x="3352611" y="546734"/>
              <a:ext cx="2077576" cy="851802"/>
              <a:chOff x="3352611" y="546734"/>
              <a:chExt cx="2077576" cy="851802"/>
            </a:xfrm>
          </p:grpSpPr>
          <p:sp>
            <p:nvSpPr>
              <p:cNvPr id="14" name="Google Shape;14;p2"/>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3" name="Google Shape;23;p2"/>
          <p:cNvGrpSpPr/>
          <p:nvPr/>
        </p:nvGrpSpPr>
        <p:grpSpPr>
          <a:xfrm>
            <a:off x="-54305" y="445573"/>
            <a:ext cx="1536100" cy="1062463"/>
            <a:chOff x="605071" y="918504"/>
            <a:chExt cx="1152075" cy="796847"/>
          </a:xfrm>
        </p:grpSpPr>
        <p:sp>
          <p:nvSpPr>
            <p:cNvPr id="24" name="Google Shape;24;p2"/>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 name="Google Shape;28;p2"/>
          <p:cNvGrpSpPr/>
          <p:nvPr/>
        </p:nvGrpSpPr>
        <p:grpSpPr>
          <a:xfrm>
            <a:off x="-27200" y="6183535"/>
            <a:ext cx="12246400" cy="686699"/>
            <a:chOff x="-20400" y="4637651"/>
            <a:chExt cx="9184800" cy="515024"/>
          </a:xfrm>
        </p:grpSpPr>
        <p:sp>
          <p:nvSpPr>
            <p:cNvPr id="29" name="Google Shape;29;p2"/>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0" name="Google Shape;30;p2"/>
            <p:cNvGrpSpPr/>
            <p:nvPr/>
          </p:nvGrpSpPr>
          <p:grpSpPr>
            <a:xfrm>
              <a:off x="335951" y="4637651"/>
              <a:ext cx="8472099" cy="486325"/>
              <a:chOff x="432948" y="4542401"/>
              <a:chExt cx="8472099" cy="486325"/>
            </a:xfrm>
          </p:grpSpPr>
          <p:sp>
            <p:nvSpPr>
              <p:cNvPr id="31" name="Google Shape;31;p2"/>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2"/>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2"/>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2"/>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2"/>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2"/>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2"/>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2"/>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2"/>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2"/>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2"/>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2"/>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2"/>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2"/>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2"/>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2"/>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2"/>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2"/>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2"/>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2"/>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2"/>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2"/>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2"/>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2"/>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2"/>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2"/>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2"/>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2"/>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2"/>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61;p2"/>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62;p2"/>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63;p2"/>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 name="Google Shape;64;p2"/>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2"/>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2"/>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2"/>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8" name="Google Shape;68;p2"/>
          <p:cNvGrpSpPr/>
          <p:nvPr/>
        </p:nvGrpSpPr>
        <p:grpSpPr>
          <a:xfrm>
            <a:off x="111554" y="4600459"/>
            <a:ext cx="611511" cy="903343"/>
            <a:chOff x="-287452" y="1948281"/>
            <a:chExt cx="325850" cy="481355"/>
          </a:xfrm>
        </p:grpSpPr>
        <p:sp>
          <p:nvSpPr>
            <p:cNvPr id="69" name="Google Shape;69;p2"/>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 name="Google Shape;70;p2"/>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 name="Google Shape;71;p2"/>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2"/>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3" name="Google Shape;73;p2"/>
          <p:cNvGrpSpPr/>
          <p:nvPr/>
        </p:nvGrpSpPr>
        <p:grpSpPr>
          <a:xfrm>
            <a:off x="10646181" y="4263281"/>
            <a:ext cx="1088263" cy="1136063"/>
            <a:chOff x="7984635" y="3197460"/>
            <a:chExt cx="816197" cy="852047"/>
          </a:xfrm>
        </p:grpSpPr>
        <p:grpSp>
          <p:nvGrpSpPr>
            <p:cNvPr id="74" name="Google Shape;74;p2"/>
            <p:cNvGrpSpPr/>
            <p:nvPr/>
          </p:nvGrpSpPr>
          <p:grpSpPr>
            <a:xfrm>
              <a:off x="8430909" y="3197460"/>
              <a:ext cx="369923" cy="779647"/>
              <a:chOff x="659672" y="1912000"/>
              <a:chExt cx="262823" cy="553923"/>
            </a:xfrm>
          </p:grpSpPr>
          <p:sp>
            <p:nvSpPr>
              <p:cNvPr id="75" name="Google Shape;75;p2"/>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2"/>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 name="Google Shape;77;p2"/>
            <p:cNvGrpSpPr/>
            <p:nvPr/>
          </p:nvGrpSpPr>
          <p:grpSpPr>
            <a:xfrm>
              <a:off x="7984635" y="3528693"/>
              <a:ext cx="321175" cy="520814"/>
              <a:chOff x="126609" y="2053364"/>
              <a:chExt cx="228188" cy="370028"/>
            </a:xfrm>
          </p:grpSpPr>
          <p:sp>
            <p:nvSpPr>
              <p:cNvPr id="78" name="Google Shape;78;p2"/>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2"/>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0" name="Google Shape;80;p2"/>
          <p:cNvSpPr txBox="1">
            <a:spLocks noGrp="1"/>
          </p:cNvSpPr>
          <p:nvPr>
            <p:ph type="ctrTitle"/>
          </p:nvPr>
        </p:nvSpPr>
        <p:spPr>
          <a:xfrm>
            <a:off x="1324933" y="1028067"/>
            <a:ext cx="5690400" cy="3300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80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81" name="Google Shape;81;p2"/>
          <p:cNvSpPr txBox="1">
            <a:spLocks noGrp="1"/>
          </p:cNvSpPr>
          <p:nvPr>
            <p:ph type="subTitle" idx="1"/>
          </p:nvPr>
        </p:nvSpPr>
        <p:spPr>
          <a:xfrm>
            <a:off x="1324933" y="4263267"/>
            <a:ext cx="5690400" cy="520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295406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5636600" y="2509651"/>
            <a:ext cx="5604800" cy="241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84" name="Google Shape;84;p3"/>
          <p:cNvSpPr txBox="1">
            <a:spLocks noGrp="1"/>
          </p:cNvSpPr>
          <p:nvPr>
            <p:ph type="title" idx="2" hasCustomPrompt="1"/>
          </p:nvPr>
        </p:nvSpPr>
        <p:spPr>
          <a:xfrm>
            <a:off x="7263367" y="1124617"/>
            <a:ext cx="2351200" cy="1229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9600">
                <a:solidFill>
                  <a:schemeClr val="accent1"/>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85" name="Google Shape;85;p3"/>
          <p:cNvSpPr/>
          <p:nvPr/>
        </p:nvSpPr>
        <p:spPr>
          <a:xfrm>
            <a:off x="-1507706" y="4981873"/>
            <a:ext cx="14368500" cy="2404567"/>
          </a:xfrm>
          <a:custGeom>
            <a:avLst/>
            <a:gdLst/>
            <a:ahLst/>
            <a:cxnLst/>
            <a:rect l="l" t="t" r="r" b="b"/>
            <a:pathLst>
              <a:path w="431055" h="72137" extrusionOk="0">
                <a:moveTo>
                  <a:pt x="427014" y="44442"/>
                </a:moveTo>
                <a:cubicBezTo>
                  <a:pt x="420715" y="36307"/>
                  <a:pt x="415085" y="19295"/>
                  <a:pt x="387611" y="16760"/>
                </a:cubicBezTo>
                <a:cubicBezTo>
                  <a:pt x="360137" y="14225"/>
                  <a:pt x="311457" y="32015"/>
                  <a:pt x="262172" y="29230"/>
                </a:cubicBezTo>
                <a:cubicBezTo>
                  <a:pt x="212887" y="26445"/>
                  <a:pt x="133578" y="1299"/>
                  <a:pt x="91899" y="52"/>
                </a:cubicBezTo>
                <a:cubicBezTo>
                  <a:pt x="50220" y="-1195"/>
                  <a:pt x="25531" y="20460"/>
                  <a:pt x="12097" y="21748"/>
                </a:cubicBezTo>
                <a:cubicBezTo>
                  <a:pt x="-1337" y="23037"/>
                  <a:pt x="10751" y="9611"/>
                  <a:pt x="11294" y="7783"/>
                </a:cubicBezTo>
                <a:cubicBezTo>
                  <a:pt x="11837" y="5955"/>
                  <a:pt x="14677" y="859"/>
                  <a:pt x="15354" y="10782"/>
                </a:cubicBezTo>
                <a:cubicBezTo>
                  <a:pt x="16031" y="20706"/>
                  <a:pt x="12599" y="57555"/>
                  <a:pt x="15354" y="67324"/>
                </a:cubicBezTo>
                <a:cubicBezTo>
                  <a:pt x="18109" y="77094"/>
                  <a:pt x="-30284" y="68880"/>
                  <a:pt x="31885" y="69399"/>
                </a:cubicBezTo>
                <a:cubicBezTo>
                  <a:pt x="94054" y="69918"/>
                  <a:pt x="322783" y="71075"/>
                  <a:pt x="388369" y="70436"/>
                </a:cubicBezTo>
                <a:cubicBezTo>
                  <a:pt x="453955" y="69798"/>
                  <a:pt x="418962" y="69900"/>
                  <a:pt x="425403" y="65568"/>
                </a:cubicBezTo>
                <a:cubicBezTo>
                  <a:pt x="431844" y="61236"/>
                  <a:pt x="433313" y="52577"/>
                  <a:pt x="427014" y="44442"/>
                </a:cubicBezTo>
                <a:close/>
              </a:path>
            </a:pathLst>
          </a:custGeom>
          <a:solidFill>
            <a:srgbClr val="A9874B">
              <a:alpha val="33930"/>
            </a:srgbClr>
          </a:solidFill>
          <a:ln>
            <a:noFill/>
          </a:ln>
        </p:spPr>
      </p:sp>
      <p:sp>
        <p:nvSpPr>
          <p:cNvPr id="86" name="Google Shape;86;p3"/>
          <p:cNvSpPr/>
          <p:nvPr/>
        </p:nvSpPr>
        <p:spPr>
          <a:xfrm>
            <a:off x="-1620935" y="5215014"/>
            <a:ext cx="14980533" cy="2606833"/>
          </a:xfrm>
          <a:custGeom>
            <a:avLst/>
            <a:gdLst/>
            <a:ahLst/>
            <a:cxnLst/>
            <a:rect l="l" t="t" r="r" b="b"/>
            <a:pathLst>
              <a:path w="449416" h="78205" extrusionOk="0">
                <a:moveTo>
                  <a:pt x="25342" y="15794"/>
                </a:moveTo>
                <a:cubicBezTo>
                  <a:pt x="27266" y="3951"/>
                  <a:pt x="14660" y="-1344"/>
                  <a:pt x="36885" y="290"/>
                </a:cubicBezTo>
                <a:cubicBezTo>
                  <a:pt x="59110" y="1924"/>
                  <a:pt x="117710" y="22772"/>
                  <a:pt x="158692" y="25598"/>
                </a:cubicBezTo>
                <a:cubicBezTo>
                  <a:pt x="199674" y="28424"/>
                  <a:pt x="247211" y="17434"/>
                  <a:pt x="282776" y="17248"/>
                </a:cubicBezTo>
                <a:cubicBezTo>
                  <a:pt x="318341" y="17062"/>
                  <a:pt x="347643" y="25228"/>
                  <a:pt x="372082" y="24480"/>
                </a:cubicBezTo>
                <a:cubicBezTo>
                  <a:pt x="396521" y="23732"/>
                  <a:pt x="416532" y="8012"/>
                  <a:pt x="429412" y="12759"/>
                </a:cubicBezTo>
                <a:cubicBezTo>
                  <a:pt x="442292" y="17507"/>
                  <a:pt x="450158" y="42765"/>
                  <a:pt x="449361" y="52965"/>
                </a:cubicBezTo>
                <a:cubicBezTo>
                  <a:pt x="448564" y="63165"/>
                  <a:pt x="431673" y="70026"/>
                  <a:pt x="424630" y="73961"/>
                </a:cubicBezTo>
                <a:cubicBezTo>
                  <a:pt x="417587" y="77896"/>
                  <a:pt x="473017" y="75922"/>
                  <a:pt x="407104" y="76576"/>
                </a:cubicBezTo>
                <a:cubicBezTo>
                  <a:pt x="341191" y="77230"/>
                  <a:pt x="92779" y="78755"/>
                  <a:pt x="29152" y="77883"/>
                </a:cubicBezTo>
                <a:cubicBezTo>
                  <a:pt x="-34475" y="77012"/>
                  <a:pt x="25977" y="81695"/>
                  <a:pt x="25342" y="71347"/>
                </a:cubicBezTo>
                <a:cubicBezTo>
                  <a:pt x="24707" y="60999"/>
                  <a:pt x="23418" y="27637"/>
                  <a:pt x="25342" y="15794"/>
                </a:cubicBezTo>
                <a:close/>
              </a:path>
            </a:pathLst>
          </a:custGeom>
          <a:solidFill>
            <a:schemeClr val="dk2"/>
          </a:solidFill>
          <a:ln>
            <a:noFill/>
          </a:ln>
        </p:spPr>
      </p:sp>
      <p:grpSp>
        <p:nvGrpSpPr>
          <p:cNvPr id="87" name="Google Shape;87;p3"/>
          <p:cNvGrpSpPr/>
          <p:nvPr/>
        </p:nvGrpSpPr>
        <p:grpSpPr>
          <a:xfrm>
            <a:off x="-334718" y="51579"/>
            <a:ext cx="2951401" cy="1135736"/>
            <a:chOff x="3352611" y="546734"/>
            <a:chExt cx="2213551" cy="851802"/>
          </a:xfrm>
        </p:grpSpPr>
        <p:sp>
          <p:nvSpPr>
            <p:cNvPr id="88" name="Google Shape;88;p3"/>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9" name="Google Shape;89;p3"/>
            <p:cNvGrpSpPr/>
            <p:nvPr/>
          </p:nvGrpSpPr>
          <p:grpSpPr>
            <a:xfrm>
              <a:off x="3352611" y="546734"/>
              <a:ext cx="2077576" cy="851802"/>
              <a:chOff x="3352611" y="546734"/>
              <a:chExt cx="2077576" cy="851802"/>
            </a:xfrm>
          </p:grpSpPr>
          <p:sp>
            <p:nvSpPr>
              <p:cNvPr id="90" name="Google Shape;90;p3"/>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3"/>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3"/>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3"/>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3"/>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 name="Google Shape;95;p3"/>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3"/>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3"/>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3"/>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99" name="Google Shape;99;p3"/>
          <p:cNvGrpSpPr/>
          <p:nvPr/>
        </p:nvGrpSpPr>
        <p:grpSpPr>
          <a:xfrm>
            <a:off x="11393042" y="4419971"/>
            <a:ext cx="1189765" cy="501384"/>
            <a:chOff x="605081" y="4084003"/>
            <a:chExt cx="892324" cy="376038"/>
          </a:xfrm>
        </p:grpSpPr>
        <p:sp>
          <p:nvSpPr>
            <p:cNvPr id="100" name="Google Shape;100;p3"/>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3"/>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3"/>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 name="Google Shape;103;p3"/>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 name="Google Shape;104;p3"/>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 name="Google Shape;105;p3"/>
          <p:cNvGrpSpPr/>
          <p:nvPr/>
        </p:nvGrpSpPr>
        <p:grpSpPr>
          <a:xfrm flipH="1">
            <a:off x="10722507" y="322462"/>
            <a:ext cx="1536100" cy="1062463"/>
            <a:chOff x="605071" y="918504"/>
            <a:chExt cx="1152075" cy="796847"/>
          </a:xfrm>
        </p:grpSpPr>
        <p:sp>
          <p:nvSpPr>
            <p:cNvPr id="106" name="Google Shape;106;p3"/>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 name="Google Shape;107;p3"/>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 name="Google Shape;108;p3"/>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 name="Google Shape;109;p3"/>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0" name="Google Shape;110;p3"/>
          <p:cNvGrpSpPr/>
          <p:nvPr/>
        </p:nvGrpSpPr>
        <p:grpSpPr>
          <a:xfrm>
            <a:off x="499013" y="4921381"/>
            <a:ext cx="493231" cy="1039529"/>
            <a:chOff x="659672" y="1912000"/>
            <a:chExt cx="262823" cy="553923"/>
          </a:xfrm>
        </p:grpSpPr>
        <p:sp>
          <p:nvSpPr>
            <p:cNvPr id="111" name="Google Shape;111;p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 name="Google Shape;112;p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3" name="Google Shape;113;p3"/>
          <p:cNvGrpSpPr/>
          <p:nvPr/>
        </p:nvGrpSpPr>
        <p:grpSpPr>
          <a:xfrm>
            <a:off x="2845814" y="5406191"/>
            <a:ext cx="428233" cy="694419"/>
            <a:chOff x="126609" y="2053364"/>
            <a:chExt cx="228188" cy="370028"/>
          </a:xfrm>
        </p:grpSpPr>
        <p:sp>
          <p:nvSpPr>
            <p:cNvPr id="114" name="Google Shape;114;p3"/>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 name="Google Shape;115;p3"/>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 name="Google Shape;116;p3"/>
          <p:cNvGrpSpPr/>
          <p:nvPr/>
        </p:nvGrpSpPr>
        <p:grpSpPr>
          <a:xfrm>
            <a:off x="-27200" y="6183535"/>
            <a:ext cx="12246400" cy="686699"/>
            <a:chOff x="-20400" y="4637651"/>
            <a:chExt cx="9184800" cy="515024"/>
          </a:xfrm>
        </p:grpSpPr>
        <p:sp>
          <p:nvSpPr>
            <p:cNvPr id="117" name="Google Shape;117;p3"/>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8" name="Google Shape;118;p3"/>
            <p:cNvGrpSpPr/>
            <p:nvPr/>
          </p:nvGrpSpPr>
          <p:grpSpPr>
            <a:xfrm>
              <a:off x="335951" y="4637651"/>
              <a:ext cx="8472099" cy="486325"/>
              <a:chOff x="432948" y="4542401"/>
              <a:chExt cx="8472099" cy="486325"/>
            </a:xfrm>
          </p:grpSpPr>
          <p:sp>
            <p:nvSpPr>
              <p:cNvPr id="119" name="Google Shape;119;p3"/>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3"/>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3"/>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3"/>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3"/>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3"/>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3"/>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3"/>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3"/>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3"/>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3"/>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 name="Google Shape;130;p3"/>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3"/>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3"/>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3"/>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3"/>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3"/>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3"/>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3"/>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3"/>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3"/>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3"/>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3"/>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3"/>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3"/>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3"/>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3"/>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3"/>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3"/>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3"/>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3"/>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3"/>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3"/>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3"/>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3"/>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3"/>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3"/>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56" name="Google Shape;156;p3"/>
          <p:cNvGrpSpPr/>
          <p:nvPr/>
        </p:nvGrpSpPr>
        <p:grpSpPr>
          <a:xfrm>
            <a:off x="10908708" y="5268868"/>
            <a:ext cx="664971" cy="779185"/>
            <a:chOff x="8273443" y="3911300"/>
            <a:chExt cx="498728" cy="584389"/>
          </a:xfrm>
        </p:grpSpPr>
        <p:grpSp>
          <p:nvGrpSpPr>
            <p:cNvPr id="157" name="Google Shape;157;p3"/>
            <p:cNvGrpSpPr/>
            <p:nvPr/>
          </p:nvGrpSpPr>
          <p:grpSpPr>
            <a:xfrm>
              <a:off x="8273443" y="3911300"/>
              <a:ext cx="277278" cy="584389"/>
              <a:chOff x="659672" y="1912000"/>
              <a:chExt cx="262823" cy="553923"/>
            </a:xfrm>
          </p:grpSpPr>
          <p:sp>
            <p:nvSpPr>
              <p:cNvPr id="158" name="Google Shape;158;p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0" name="Google Shape;160;p3"/>
            <p:cNvGrpSpPr/>
            <p:nvPr/>
          </p:nvGrpSpPr>
          <p:grpSpPr>
            <a:xfrm>
              <a:off x="8494893" y="3911300"/>
              <a:ext cx="277278" cy="584389"/>
              <a:chOff x="659672" y="1912000"/>
              <a:chExt cx="262823" cy="553923"/>
            </a:xfrm>
          </p:grpSpPr>
          <p:sp>
            <p:nvSpPr>
              <p:cNvPr id="161" name="Google Shape;161;p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63" name="Google Shape;163;p3"/>
          <p:cNvGrpSpPr/>
          <p:nvPr/>
        </p:nvGrpSpPr>
        <p:grpSpPr>
          <a:xfrm>
            <a:off x="3523435" y="4617170"/>
            <a:ext cx="2311672" cy="597828"/>
            <a:chOff x="279488" y="3058414"/>
            <a:chExt cx="1733754" cy="448371"/>
          </a:xfrm>
        </p:grpSpPr>
        <p:sp>
          <p:nvSpPr>
            <p:cNvPr id="164" name="Google Shape;164;p3"/>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3"/>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3"/>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3"/>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3"/>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 name="Google Shape;169;p3"/>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3"/>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 name="Google Shape;171;p3"/>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774914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2"/>
        <p:cNvGrpSpPr/>
        <p:nvPr/>
      </p:nvGrpSpPr>
      <p:grpSpPr>
        <a:xfrm>
          <a:off x="0" y="0"/>
          <a:ext cx="0" cy="0"/>
          <a:chOff x="0" y="0"/>
          <a:chExt cx="0" cy="0"/>
        </a:xfrm>
      </p:grpSpPr>
      <p:grpSp>
        <p:nvGrpSpPr>
          <p:cNvPr id="173" name="Google Shape;173;p4"/>
          <p:cNvGrpSpPr/>
          <p:nvPr/>
        </p:nvGrpSpPr>
        <p:grpSpPr>
          <a:xfrm>
            <a:off x="9912366" y="-451455"/>
            <a:ext cx="2951401" cy="1135736"/>
            <a:chOff x="3352611" y="546734"/>
            <a:chExt cx="2213551" cy="851802"/>
          </a:xfrm>
        </p:grpSpPr>
        <p:sp>
          <p:nvSpPr>
            <p:cNvPr id="174" name="Google Shape;174;p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75" name="Google Shape;175;p4"/>
            <p:cNvGrpSpPr/>
            <p:nvPr/>
          </p:nvGrpSpPr>
          <p:grpSpPr>
            <a:xfrm>
              <a:off x="3352611" y="546734"/>
              <a:ext cx="2077576" cy="851802"/>
              <a:chOff x="3352611" y="546734"/>
              <a:chExt cx="2077576" cy="851802"/>
            </a:xfrm>
          </p:grpSpPr>
          <p:sp>
            <p:nvSpPr>
              <p:cNvPr id="176" name="Google Shape;176;p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 name="Google Shape;177;p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 name="Google Shape;179;p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 name="Google Shape;181;p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85" name="Google Shape;185;p4"/>
          <p:cNvGrpSpPr/>
          <p:nvPr/>
        </p:nvGrpSpPr>
        <p:grpSpPr>
          <a:xfrm flipH="1">
            <a:off x="11241201" y="2718039"/>
            <a:ext cx="2311672" cy="597828"/>
            <a:chOff x="279488" y="3058414"/>
            <a:chExt cx="1733754" cy="448371"/>
          </a:xfrm>
        </p:grpSpPr>
        <p:sp>
          <p:nvSpPr>
            <p:cNvPr id="186" name="Google Shape;186;p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 name="Google Shape;188;p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 name="Google Shape;189;p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 name="Google Shape;193;p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4" name="Google Shape;194;p4"/>
          <p:cNvGrpSpPr/>
          <p:nvPr/>
        </p:nvGrpSpPr>
        <p:grpSpPr>
          <a:xfrm flipH="1">
            <a:off x="-953810" y="4091529"/>
            <a:ext cx="2012311" cy="520409"/>
            <a:chOff x="279488" y="3058414"/>
            <a:chExt cx="1733754" cy="448371"/>
          </a:xfrm>
        </p:grpSpPr>
        <p:sp>
          <p:nvSpPr>
            <p:cNvPr id="195" name="Google Shape;195;p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 name="Google Shape;196;p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 name="Google Shape;197;p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 name="Google Shape;198;p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 name="Google Shape;199;p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 name="Google Shape;202;p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3" name="Google Shape;203;p4"/>
          <p:cNvGrpSpPr/>
          <p:nvPr/>
        </p:nvGrpSpPr>
        <p:grpSpPr>
          <a:xfrm>
            <a:off x="5313642" y="66471"/>
            <a:ext cx="1189765" cy="501384"/>
            <a:chOff x="605081" y="4084003"/>
            <a:chExt cx="892324" cy="376038"/>
          </a:xfrm>
        </p:grpSpPr>
        <p:sp>
          <p:nvSpPr>
            <p:cNvPr id="204" name="Google Shape;204;p4"/>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 name="Google Shape;205;p4"/>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 name="Google Shape;206;p4"/>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 name="Google Shape;207;p4"/>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 name="Google Shape;208;p4"/>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9" name="Google Shape;209;p4"/>
          <p:cNvSpPr/>
          <p:nvPr/>
        </p:nvSpPr>
        <p:spPr>
          <a:xfrm>
            <a:off x="-3023129" y="5418218"/>
            <a:ext cx="17991500" cy="2670967"/>
          </a:xfrm>
          <a:custGeom>
            <a:avLst/>
            <a:gdLst/>
            <a:ahLst/>
            <a:cxnLst/>
            <a:rect l="l" t="t" r="r" b="b"/>
            <a:pathLst>
              <a:path w="539745" h="80129" extrusionOk="0">
                <a:moveTo>
                  <a:pt x="31023" y="15896"/>
                </a:moveTo>
                <a:cubicBezTo>
                  <a:pt x="36328" y="7601"/>
                  <a:pt x="40198" y="20573"/>
                  <a:pt x="62850" y="21680"/>
                </a:cubicBezTo>
                <a:cubicBezTo>
                  <a:pt x="85502" y="22787"/>
                  <a:pt x="125528" y="22063"/>
                  <a:pt x="166936" y="22539"/>
                </a:cubicBezTo>
                <a:cubicBezTo>
                  <a:pt x="208344" y="23015"/>
                  <a:pt x="275178" y="24137"/>
                  <a:pt x="311297" y="24534"/>
                </a:cubicBezTo>
                <a:cubicBezTo>
                  <a:pt x="347416" y="24931"/>
                  <a:pt x="352250" y="26468"/>
                  <a:pt x="383652" y="24922"/>
                </a:cubicBezTo>
                <a:cubicBezTo>
                  <a:pt x="415054" y="23376"/>
                  <a:pt x="477014" y="18941"/>
                  <a:pt x="499708" y="15258"/>
                </a:cubicBezTo>
                <a:cubicBezTo>
                  <a:pt x="522402" y="11575"/>
                  <a:pt x="516466" y="-6976"/>
                  <a:pt x="519817" y="2825"/>
                </a:cubicBezTo>
                <a:cubicBezTo>
                  <a:pt x="523169" y="12626"/>
                  <a:pt x="523393" y="61755"/>
                  <a:pt x="519817" y="74064"/>
                </a:cubicBezTo>
                <a:cubicBezTo>
                  <a:pt x="516241" y="86373"/>
                  <a:pt x="579050" y="76025"/>
                  <a:pt x="498362" y="76678"/>
                </a:cubicBezTo>
                <a:cubicBezTo>
                  <a:pt x="417674" y="77332"/>
                  <a:pt x="113577" y="78857"/>
                  <a:pt x="35687" y="77985"/>
                </a:cubicBezTo>
                <a:cubicBezTo>
                  <a:pt x="-42203" y="77114"/>
                  <a:pt x="31800" y="81797"/>
                  <a:pt x="31023" y="71449"/>
                </a:cubicBezTo>
                <a:cubicBezTo>
                  <a:pt x="30246" y="61101"/>
                  <a:pt x="25719" y="24191"/>
                  <a:pt x="31023" y="15896"/>
                </a:cubicBezTo>
                <a:close/>
              </a:path>
            </a:pathLst>
          </a:custGeom>
          <a:solidFill>
            <a:srgbClr val="A9874B">
              <a:alpha val="33930"/>
            </a:srgbClr>
          </a:solidFill>
          <a:ln>
            <a:noFill/>
          </a:ln>
        </p:spPr>
      </p:sp>
      <p:sp>
        <p:nvSpPr>
          <p:cNvPr id="210" name="Google Shape;210;p4"/>
          <p:cNvSpPr/>
          <p:nvPr/>
        </p:nvSpPr>
        <p:spPr>
          <a:xfrm>
            <a:off x="-2258448" y="5653073"/>
            <a:ext cx="16809933" cy="2534300"/>
          </a:xfrm>
          <a:custGeom>
            <a:avLst/>
            <a:gdLst/>
            <a:ahLst/>
            <a:cxnLst/>
            <a:rect l="l" t="t" r="r" b="b"/>
            <a:pathLst>
              <a:path w="504298" h="76029" extrusionOk="0">
                <a:moveTo>
                  <a:pt x="475312" y="15047"/>
                </a:moveTo>
                <a:cubicBezTo>
                  <a:pt x="469420" y="6662"/>
                  <a:pt x="465271" y="17234"/>
                  <a:pt x="439958" y="17476"/>
                </a:cubicBezTo>
                <a:cubicBezTo>
                  <a:pt x="414646" y="17718"/>
                  <a:pt x="357636" y="17009"/>
                  <a:pt x="323437" y="16501"/>
                </a:cubicBezTo>
                <a:cubicBezTo>
                  <a:pt x="289238" y="15993"/>
                  <a:pt x="263197" y="14048"/>
                  <a:pt x="234764" y="14426"/>
                </a:cubicBezTo>
                <a:cubicBezTo>
                  <a:pt x="206331" y="14804"/>
                  <a:pt x="185499" y="18800"/>
                  <a:pt x="152838" y="18770"/>
                </a:cubicBezTo>
                <a:cubicBezTo>
                  <a:pt x="120177" y="18740"/>
                  <a:pt x="61170" y="16933"/>
                  <a:pt x="38800" y="14244"/>
                </a:cubicBezTo>
                <a:cubicBezTo>
                  <a:pt x="16430" y="11555"/>
                  <a:pt x="21983" y="-6701"/>
                  <a:pt x="18619" y="2637"/>
                </a:cubicBezTo>
                <a:cubicBezTo>
                  <a:pt x="15256" y="11975"/>
                  <a:pt x="15278" y="58586"/>
                  <a:pt x="18619" y="70272"/>
                </a:cubicBezTo>
                <a:cubicBezTo>
                  <a:pt x="21960" y="81958"/>
                  <a:pt x="-36724" y="72134"/>
                  <a:pt x="38665" y="72754"/>
                </a:cubicBezTo>
                <a:cubicBezTo>
                  <a:pt x="114054" y="73374"/>
                  <a:pt x="398181" y="74822"/>
                  <a:pt x="470955" y="73994"/>
                </a:cubicBezTo>
                <a:cubicBezTo>
                  <a:pt x="543730" y="73167"/>
                  <a:pt x="474586" y="77614"/>
                  <a:pt x="475312" y="67789"/>
                </a:cubicBezTo>
                <a:cubicBezTo>
                  <a:pt x="476038" y="57965"/>
                  <a:pt x="481204" y="23433"/>
                  <a:pt x="475312" y="15047"/>
                </a:cubicBezTo>
                <a:close/>
              </a:path>
            </a:pathLst>
          </a:custGeom>
          <a:solidFill>
            <a:schemeClr val="dk2"/>
          </a:solidFill>
          <a:ln>
            <a:noFill/>
          </a:ln>
        </p:spPr>
      </p:sp>
      <p:grpSp>
        <p:nvGrpSpPr>
          <p:cNvPr id="211" name="Google Shape;211;p4"/>
          <p:cNvGrpSpPr/>
          <p:nvPr/>
        </p:nvGrpSpPr>
        <p:grpSpPr>
          <a:xfrm>
            <a:off x="-11" y="5518015"/>
            <a:ext cx="493249" cy="728643"/>
            <a:chOff x="-287452" y="1948281"/>
            <a:chExt cx="325850" cy="481355"/>
          </a:xfrm>
        </p:grpSpPr>
        <p:sp>
          <p:nvSpPr>
            <p:cNvPr id="212" name="Google Shape;212;p4"/>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 name="Google Shape;213;p4"/>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4"/>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4"/>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6" name="Google Shape;216;p4"/>
          <p:cNvGrpSpPr/>
          <p:nvPr/>
        </p:nvGrpSpPr>
        <p:grpSpPr>
          <a:xfrm>
            <a:off x="-27200" y="6183535"/>
            <a:ext cx="12246400" cy="686699"/>
            <a:chOff x="-20400" y="4637651"/>
            <a:chExt cx="9184800" cy="515024"/>
          </a:xfrm>
        </p:grpSpPr>
        <p:sp>
          <p:nvSpPr>
            <p:cNvPr id="217" name="Google Shape;217;p4"/>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18" name="Google Shape;218;p4"/>
            <p:cNvGrpSpPr/>
            <p:nvPr/>
          </p:nvGrpSpPr>
          <p:grpSpPr>
            <a:xfrm>
              <a:off x="335951" y="4637651"/>
              <a:ext cx="8472099" cy="486325"/>
              <a:chOff x="432948" y="4542401"/>
              <a:chExt cx="8472099" cy="486325"/>
            </a:xfrm>
          </p:grpSpPr>
          <p:sp>
            <p:nvSpPr>
              <p:cNvPr id="219" name="Google Shape;219;p4"/>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4"/>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4"/>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4"/>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4"/>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4"/>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4"/>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4"/>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4"/>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4"/>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4"/>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4"/>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4"/>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4"/>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4"/>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4"/>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4"/>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4"/>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4"/>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4"/>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4"/>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4"/>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4"/>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4"/>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4"/>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4"/>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4"/>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4"/>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4"/>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 name="Google Shape;248;p4"/>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4"/>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4"/>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4"/>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4"/>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4"/>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4"/>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4"/>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56" name="Google Shape;256;p4"/>
          <p:cNvGrpSpPr/>
          <p:nvPr/>
        </p:nvGrpSpPr>
        <p:grpSpPr>
          <a:xfrm>
            <a:off x="11996233" y="5574703"/>
            <a:ext cx="391536" cy="615240"/>
            <a:chOff x="659677" y="2052937"/>
            <a:chExt cx="262823" cy="412986"/>
          </a:xfrm>
        </p:grpSpPr>
        <p:sp>
          <p:nvSpPr>
            <p:cNvPr id="257" name="Google Shape;257;p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4"/>
            <p:cNvSpPr/>
            <p:nvPr/>
          </p:nvSpPr>
          <p:spPr>
            <a:xfrm>
              <a:off x="659677" y="2052937"/>
              <a:ext cx="262823" cy="317438"/>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9" name="Google Shape;259;p4"/>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0" name="Google Shape;260;p4"/>
          <p:cNvSpPr txBox="1">
            <a:spLocks noGrp="1"/>
          </p:cNvSpPr>
          <p:nvPr>
            <p:ph type="body" idx="1"/>
          </p:nvPr>
        </p:nvSpPr>
        <p:spPr>
          <a:xfrm>
            <a:off x="960000" y="1482800"/>
            <a:ext cx="10272000" cy="4656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accent1"/>
              </a:buClr>
              <a:buSzPts val="1200"/>
              <a:buChar char="●"/>
              <a:defRPr sz="1600">
                <a:solidFill>
                  <a:srgbClr val="434343"/>
                </a:solidFill>
              </a:defRPr>
            </a:lvl1pPr>
            <a:lvl2pPr marL="1219170" lvl="1"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2pPr>
            <a:lvl3pPr marL="1828754" lvl="2"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3pPr>
            <a:lvl4pPr marL="2438339" lvl="3"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4pPr>
            <a:lvl5pPr marL="3047924" lvl="4"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5pPr>
            <a:lvl6pPr marL="3657509" lvl="5"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6pPr>
            <a:lvl7pPr marL="4267093" lvl="6"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7pPr>
            <a:lvl8pPr marL="4876678" lvl="7"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8pPr>
            <a:lvl9pPr marL="5486263" lvl="8" indent="-406390" rtl="0">
              <a:lnSpc>
                <a:spcPct val="115000"/>
              </a:lnSpc>
              <a:spcBef>
                <a:spcPts val="2133"/>
              </a:spcBef>
              <a:spcAft>
                <a:spcPts val="2133"/>
              </a:spcAft>
              <a:buClr>
                <a:schemeClr val="dk1"/>
              </a:buClr>
              <a:buSzPts val="1200"/>
              <a:buFont typeface="Roboto Condensed Light"/>
              <a:buChar char="■"/>
              <a:defRPr sz="1600">
                <a:solidFill>
                  <a:srgbClr val="434343"/>
                </a:solidFill>
              </a:defRPr>
            </a:lvl9pPr>
          </a:lstStyle>
          <a:p>
            <a:pPr lvl="0"/>
            <a:r>
              <a:rPr lang="en-US"/>
              <a:t>Click to edit Master text styles</a:t>
            </a:r>
          </a:p>
        </p:txBody>
      </p:sp>
      <p:grpSp>
        <p:nvGrpSpPr>
          <p:cNvPr id="261" name="Google Shape;261;p4"/>
          <p:cNvGrpSpPr/>
          <p:nvPr/>
        </p:nvGrpSpPr>
        <p:grpSpPr>
          <a:xfrm>
            <a:off x="11337360" y="5421478"/>
            <a:ext cx="391536" cy="825199"/>
            <a:chOff x="659672" y="1912000"/>
            <a:chExt cx="262823" cy="553923"/>
          </a:xfrm>
        </p:grpSpPr>
        <p:sp>
          <p:nvSpPr>
            <p:cNvPr id="262" name="Google Shape;262;p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4"/>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944246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4"/>
        <p:cNvGrpSpPr/>
        <p:nvPr/>
      </p:nvGrpSpPr>
      <p:grpSpPr>
        <a:xfrm>
          <a:off x="0" y="0"/>
          <a:ext cx="0" cy="0"/>
          <a:chOff x="0" y="0"/>
          <a:chExt cx="0" cy="0"/>
        </a:xfrm>
      </p:grpSpPr>
      <p:sp>
        <p:nvSpPr>
          <p:cNvPr id="265" name="Google Shape;265;p5"/>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6" name="Google Shape;266;p5"/>
          <p:cNvSpPr txBox="1">
            <a:spLocks noGrp="1"/>
          </p:cNvSpPr>
          <p:nvPr>
            <p:ph type="subTitle" idx="1"/>
          </p:nvPr>
        </p:nvSpPr>
        <p:spPr>
          <a:xfrm>
            <a:off x="1163267" y="2977956"/>
            <a:ext cx="4616000" cy="141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b="0">
                <a:solidFill>
                  <a:schemeClr val="dk1"/>
                </a:solidFill>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267" name="Google Shape;267;p5"/>
          <p:cNvSpPr txBox="1">
            <a:spLocks noGrp="1"/>
          </p:cNvSpPr>
          <p:nvPr>
            <p:ph type="subTitle" idx="2"/>
          </p:nvPr>
        </p:nvSpPr>
        <p:spPr>
          <a:xfrm>
            <a:off x="6412733" y="2977833"/>
            <a:ext cx="4616000" cy="1410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600" b="0">
                <a:solidFill>
                  <a:schemeClr val="dk1"/>
                </a:solidFill>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268" name="Google Shape;268;p5"/>
          <p:cNvSpPr txBox="1">
            <a:spLocks noGrp="1"/>
          </p:cNvSpPr>
          <p:nvPr>
            <p:ph type="subTitle" idx="3"/>
          </p:nvPr>
        </p:nvSpPr>
        <p:spPr>
          <a:xfrm>
            <a:off x="1163267" y="2553033"/>
            <a:ext cx="46160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269" name="Google Shape;269;p5"/>
          <p:cNvSpPr txBox="1">
            <a:spLocks noGrp="1"/>
          </p:cNvSpPr>
          <p:nvPr>
            <p:ph type="subTitle" idx="4"/>
          </p:nvPr>
        </p:nvSpPr>
        <p:spPr>
          <a:xfrm>
            <a:off x="6412733" y="2553033"/>
            <a:ext cx="46160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270" name="Google Shape;270;p5"/>
          <p:cNvSpPr/>
          <p:nvPr/>
        </p:nvSpPr>
        <p:spPr>
          <a:xfrm>
            <a:off x="-1546955" y="4719389"/>
            <a:ext cx="15064133" cy="3170000"/>
          </a:xfrm>
          <a:custGeom>
            <a:avLst/>
            <a:gdLst/>
            <a:ahLst/>
            <a:cxnLst/>
            <a:rect l="l" t="t" r="r" b="b"/>
            <a:pathLst>
              <a:path w="451924" h="95100" extrusionOk="0">
                <a:moveTo>
                  <a:pt x="1" y="46662"/>
                </a:moveTo>
                <a:cubicBezTo>
                  <a:pt x="163" y="32315"/>
                  <a:pt x="15795" y="3460"/>
                  <a:pt x="37408" y="250"/>
                </a:cubicBezTo>
                <a:cubicBezTo>
                  <a:pt x="59021" y="-2960"/>
                  <a:pt x="96802" y="25728"/>
                  <a:pt x="129679" y="27404"/>
                </a:cubicBezTo>
                <a:cubicBezTo>
                  <a:pt x="162556" y="29080"/>
                  <a:pt x="203219" y="11584"/>
                  <a:pt x="234669" y="10308"/>
                </a:cubicBezTo>
                <a:cubicBezTo>
                  <a:pt x="266119" y="9032"/>
                  <a:pt x="287204" y="20247"/>
                  <a:pt x="318377" y="19748"/>
                </a:cubicBezTo>
                <a:cubicBezTo>
                  <a:pt x="349550" y="19249"/>
                  <a:pt x="401865" y="1287"/>
                  <a:pt x="421705" y="7315"/>
                </a:cubicBezTo>
                <a:cubicBezTo>
                  <a:pt x="441545" y="13343"/>
                  <a:pt x="435079" y="42186"/>
                  <a:pt x="437416" y="55917"/>
                </a:cubicBezTo>
                <a:cubicBezTo>
                  <a:pt x="439753" y="69649"/>
                  <a:pt x="438928" y="83511"/>
                  <a:pt x="435725" y="89704"/>
                </a:cubicBezTo>
                <a:cubicBezTo>
                  <a:pt x="432522" y="95897"/>
                  <a:pt x="484112" y="92233"/>
                  <a:pt x="418199" y="93076"/>
                </a:cubicBezTo>
                <a:cubicBezTo>
                  <a:pt x="352286" y="93919"/>
                  <a:pt x="103874" y="95885"/>
                  <a:pt x="40247" y="94761"/>
                </a:cubicBezTo>
                <a:cubicBezTo>
                  <a:pt x="-23380" y="93637"/>
                  <a:pt x="43145" y="94350"/>
                  <a:pt x="36437" y="86333"/>
                </a:cubicBezTo>
                <a:cubicBezTo>
                  <a:pt x="29729" y="78317"/>
                  <a:pt x="-161" y="61009"/>
                  <a:pt x="1" y="46662"/>
                </a:cubicBezTo>
                <a:close/>
              </a:path>
            </a:pathLst>
          </a:custGeom>
          <a:solidFill>
            <a:srgbClr val="A9874B">
              <a:alpha val="33930"/>
            </a:srgbClr>
          </a:solidFill>
          <a:ln>
            <a:noFill/>
          </a:ln>
        </p:spPr>
      </p:sp>
      <p:sp>
        <p:nvSpPr>
          <p:cNvPr id="271" name="Google Shape;271;p5"/>
          <p:cNvSpPr/>
          <p:nvPr/>
        </p:nvSpPr>
        <p:spPr>
          <a:xfrm>
            <a:off x="-1627967" y="5212631"/>
            <a:ext cx="14701867" cy="2241952"/>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272" name="Google Shape;272;p5"/>
          <p:cNvGrpSpPr/>
          <p:nvPr/>
        </p:nvGrpSpPr>
        <p:grpSpPr>
          <a:xfrm>
            <a:off x="-563473" y="1403537"/>
            <a:ext cx="1374029" cy="597828"/>
            <a:chOff x="1688595" y="4276214"/>
            <a:chExt cx="1030522" cy="448371"/>
          </a:xfrm>
        </p:grpSpPr>
        <p:sp>
          <p:nvSpPr>
            <p:cNvPr id="273" name="Google Shape;273;p5"/>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5"/>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5"/>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5"/>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7" name="Google Shape;277;p5"/>
          <p:cNvGrpSpPr/>
          <p:nvPr/>
        </p:nvGrpSpPr>
        <p:grpSpPr>
          <a:xfrm>
            <a:off x="10809695" y="817615"/>
            <a:ext cx="2131459" cy="1005080"/>
            <a:chOff x="6734221" y="539399"/>
            <a:chExt cx="1598594" cy="753810"/>
          </a:xfrm>
        </p:grpSpPr>
        <p:sp>
          <p:nvSpPr>
            <p:cNvPr id="278" name="Google Shape;278;p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7" name="Google Shape;287;p5"/>
          <p:cNvGrpSpPr/>
          <p:nvPr/>
        </p:nvGrpSpPr>
        <p:grpSpPr>
          <a:xfrm>
            <a:off x="3027395" y="-529052"/>
            <a:ext cx="2131459" cy="1005080"/>
            <a:chOff x="6734221" y="539399"/>
            <a:chExt cx="1598594" cy="753810"/>
          </a:xfrm>
        </p:grpSpPr>
        <p:sp>
          <p:nvSpPr>
            <p:cNvPr id="288" name="Google Shape;288;p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9" name="Google Shape;289;p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5" name="Google Shape;295;p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97" name="Google Shape;297;p5"/>
          <p:cNvGrpSpPr/>
          <p:nvPr/>
        </p:nvGrpSpPr>
        <p:grpSpPr>
          <a:xfrm>
            <a:off x="-27200" y="6183535"/>
            <a:ext cx="12246400" cy="686699"/>
            <a:chOff x="-20400" y="4637651"/>
            <a:chExt cx="9184800" cy="515024"/>
          </a:xfrm>
        </p:grpSpPr>
        <p:sp>
          <p:nvSpPr>
            <p:cNvPr id="298" name="Google Shape;298;p5"/>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99" name="Google Shape;299;p5"/>
            <p:cNvGrpSpPr/>
            <p:nvPr/>
          </p:nvGrpSpPr>
          <p:grpSpPr>
            <a:xfrm>
              <a:off x="335951" y="4637651"/>
              <a:ext cx="8472099" cy="486325"/>
              <a:chOff x="432948" y="4542401"/>
              <a:chExt cx="8472099" cy="486325"/>
            </a:xfrm>
          </p:grpSpPr>
          <p:sp>
            <p:nvSpPr>
              <p:cNvPr id="300" name="Google Shape;300;p5"/>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1" name="Google Shape;301;p5"/>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2" name="Google Shape;302;p5"/>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3" name="Google Shape;303;p5"/>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4" name="Google Shape;304;p5"/>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5" name="Google Shape;305;p5"/>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6" name="Google Shape;306;p5"/>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7" name="Google Shape;307;p5"/>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8" name="Google Shape;308;p5"/>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9" name="Google Shape;309;p5"/>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0" name="Google Shape;310;p5"/>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5"/>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2" name="Google Shape;312;p5"/>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 name="Google Shape;313;p5"/>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 name="Google Shape;314;p5"/>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5"/>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5"/>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5"/>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5"/>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5"/>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5"/>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5"/>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5"/>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5"/>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5"/>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5"/>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5"/>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5"/>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5"/>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5"/>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5"/>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5"/>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5"/>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5"/>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5"/>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5"/>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5"/>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337" name="Google Shape;337;p5"/>
          <p:cNvGrpSpPr/>
          <p:nvPr/>
        </p:nvGrpSpPr>
        <p:grpSpPr>
          <a:xfrm>
            <a:off x="6096013" y="4579148"/>
            <a:ext cx="493231" cy="1039529"/>
            <a:chOff x="659672" y="1912000"/>
            <a:chExt cx="262823" cy="553923"/>
          </a:xfrm>
        </p:grpSpPr>
        <p:sp>
          <p:nvSpPr>
            <p:cNvPr id="338" name="Google Shape;338;p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0" name="Google Shape;340;p5"/>
          <p:cNvGrpSpPr/>
          <p:nvPr/>
        </p:nvGrpSpPr>
        <p:grpSpPr>
          <a:xfrm>
            <a:off x="10662781" y="4924257"/>
            <a:ext cx="428233" cy="694419"/>
            <a:chOff x="126609" y="2053364"/>
            <a:chExt cx="228188" cy="370028"/>
          </a:xfrm>
        </p:grpSpPr>
        <p:sp>
          <p:nvSpPr>
            <p:cNvPr id="341" name="Google Shape;341;p5"/>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5"/>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3" name="Google Shape;343;p5"/>
          <p:cNvGrpSpPr/>
          <p:nvPr/>
        </p:nvGrpSpPr>
        <p:grpSpPr>
          <a:xfrm>
            <a:off x="296814" y="5212624"/>
            <a:ext cx="428233" cy="694419"/>
            <a:chOff x="126609" y="2053364"/>
            <a:chExt cx="228188" cy="370028"/>
          </a:xfrm>
        </p:grpSpPr>
        <p:sp>
          <p:nvSpPr>
            <p:cNvPr id="344" name="Google Shape;344;p5"/>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5"/>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94382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46"/>
        <p:cNvGrpSpPr/>
        <p:nvPr/>
      </p:nvGrpSpPr>
      <p:grpSpPr>
        <a:xfrm>
          <a:off x="0" y="0"/>
          <a:ext cx="0" cy="0"/>
          <a:chOff x="0" y="0"/>
          <a:chExt cx="0" cy="0"/>
        </a:xfrm>
      </p:grpSpPr>
      <p:sp>
        <p:nvSpPr>
          <p:cNvPr id="347" name="Google Shape;347;p6"/>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48" name="Google Shape;348;p6"/>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349" name="Google Shape;349;p6"/>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350" name="Google Shape;350;p6"/>
          <p:cNvGrpSpPr/>
          <p:nvPr/>
        </p:nvGrpSpPr>
        <p:grpSpPr>
          <a:xfrm>
            <a:off x="10836894" y="3"/>
            <a:ext cx="1374029" cy="597828"/>
            <a:chOff x="1688595" y="4276214"/>
            <a:chExt cx="1030522" cy="448371"/>
          </a:xfrm>
        </p:grpSpPr>
        <p:sp>
          <p:nvSpPr>
            <p:cNvPr id="351" name="Google Shape;351;p6"/>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6"/>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6"/>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6"/>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5" name="Google Shape;355;p6"/>
          <p:cNvGrpSpPr/>
          <p:nvPr/>
        </p:nvGrpSpPr>
        <p:grpSpPr>
          <a:xfrm>
            <a:off x="-1030938" y="2681748"/>
            <a:ext cx="1799924" cy="1005080"/>
            <a:chOff x="6982871" y="539399"/>
            <a:chExt cx="1349943" cy="753810"/>
          </a:xfrm>
        </p:grpSpPr>
        <p:sp>
          <p:nvSpPr>
            <p:cNvPr id="356" name="Google Shape;356;p6"/>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 name="Google Shape;357;p6"/>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 name="Google Shape;358;p6"/>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6"/>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6"/>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6"/>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 name="Google Shape;362;p6"/>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6"/>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4" name="Google Shape;364;p6"/>
          <p:cNvGrpSpPr/>
          <p:nvPr/>
        </p:nvGrpSpPr>
        <p:grpSpPr>
          <a:xfrm flipH="1">
            <a:off x="11456974" y="4101096"/>
            <a:ext cx="2012311" cy="520409"/>
            <a:chOff x="279488" y="3058414"/>
            <a:chExt cx="1733754" cy="448371"/>
          </a:xfrm>
        </p:grpSpPr>
        <p:sp>
          <p:nvSpPr>
            <p:cNvPr id="365" name="Google Shape;365;p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3" name="Google Shape;373;p6"/>
          <p:cNvGrpSpPr/>
          <p:nvPr/>
        </p:nvGrpSpPr>
        <p:grpSpPr>
          <a:xfrm>
            <a:off x="3046189" y="-641766"/>
            <a:ext cx="2774945" cy="1308615"/>
            <a:chOff x="6734221" y="539399"/>
            <a:chExt cx="1598594" cy="753810"/>
          </a:xfrm>
        </p:grpSpPr>
        <p:sp>
          <p:nvSpPr>
            <p:cNvPr id="374" name="Google Shape;374;p6"/>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6"/>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6"/>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6"/>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6"/>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6"/>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6"/>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6"/>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6"/>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3" name="Google Shape;383;p6"/>
          <p:cNvGrpSpPr/>
          <p:nvPr/>
        </p:nvGrpSpPr>
        <p:grpSpPr>
          <a:xfrm>
            <a:off x="164551" y="5440095"/>
            <a:ext cx="339844" cy="720235"/>
            <a:chOff x="393673" y="1948281"/>
            <a:chExt cx="227128" cy="481355"/>
          </a:xfrm>
        </p:grpSpPr>
        <p:sp>
          <p:nvSpPr>
            <p:cNvPr id="384" name="Google Shape;384;p6"/>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6"/>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6" name="Google Shape;386;p6"/>
          <p:cNvGrpSpPr/>
          <p:nvPr/>
        </p:nvGrpSpPr>
        <p:grpSpPr>
          <a:xfrm>
            <a:off x="11456954" y="5235459"/>
            <a:ext cx="611511" cy="903343"/>
            <a:chOff x="-287452" y="1948281"/>
            <a:chExt cx="325850" cy="481355"/>
          </a:xfrm>
        </p:grpSpPr>
        <p:sp>
          <p:nvSpPr>
            <p:cNvPr id="387" name="Google Shape;387;p6"/>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6"/>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6"/>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6"/>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91" name="Google Shape;391;p6"/>
          <p:cNvGrpSpPr/>
          <p:nvPr/>
        </p:nvGrpSpPr>
        <p:grpSpPr>
          <a:xfrm>
            <a:off x="-27200" y="6183535"/>
            <a:ext cx="12246400" cy="686699"/>
            <a:chOff x="-20400" y="4637651"/>
            <a:chExt cx="9184800" cy="515024"/>
          </a:xfrm>
        </p:grpSpPr>
        <p:sp>
          <p:nvSpPr>
            <p:cNvPr id="392" name="Google Shape;392;p6"/>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93" name="Google Shape;393;p6"/>
            <p:cNvGrpSpPr/>
            <p:nvPr/>
          </p:nvGrpSpPr>
          <p:grpSpPr>
            <a:xfrm>
              <a:off x="335951" y="4637651"/>
              <a:ext cx="8472099" cy="486325"/>
              <a:chOff x="432948" y="4542401"/>
              <a:chExt cx="8472099" cy="486325"/>
            </a:xfrm>
          </p:grpSpPr>
          <p:sp>
            <p:nvSpPr>
              <p:cNvPr id="394" name="Google Shape;394;p6"/>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6"/>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6"/>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6"/>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6"/>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6"/>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6"/>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6"/>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6"/>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6"/>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6"/>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6"/>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6"/>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6"/>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6"/>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6"/>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6"/>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6"/>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6"/>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6"/>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6"/>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5" name="Google Shape;415;p6"/>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6" name="Google Shape;416;p6"/>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7" name="Google Shape;417;p6"/>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8" name="Google Shape;418;p6"/>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9" name="Google Shape;419;p6"/>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0" name="Google Shape;420;p6"/>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1" name="Google Shape;421;p6"/>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2" name="Google Shape;422;p6"/>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3" name="Google Shape;423;p6"/>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4" name="Google Shape;424;p6"/>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5" name="Google Shape;425;p6"/>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6" name="Google Shape;426;p6"/>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7" name="Google Shape;427;p6"/>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8" name="Google Shape;428;p6"/>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9" name="Google Shape;429;p6"/>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0" name="Google Shape;430;p6"/>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5832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31"/>
        <p:cNvGrpSpPr/>
        <p:nvPr/>
      </p:nvGrpSpPr>
      <p:grpSpPr>
        <a:xfrm>
          <a:off x="0" y="0"/>
          <a:ext cx="0" cy="0"/>
          <a:chOff x="0" y="0"/>
          <a:chExt cx="0" cy="0"/>
        </a:xfrm>
      </p:grpSpPr>
      <p:grpSp>
        <p:nvGrpSpPr>
          <p:cNvPr id="432" name="Google Shape;432;p7"/>
          <p:cNvGrpSpPr/>
          <p:nvPr/>
        </p:nvGrpSpPr>
        <p:grpSpPr>
          <a:xfrm>
            <a:off x="-2048485" y="3808195"/>
            <a:ext cx="2951401" cy="1135736"/>
            <a:chOff x="3352611" y="546734"/>
            <a:chExt cx="2213551" cy="851802"/>
          </a:xfrm>
        </p:grpSpPr>
        <p:sp>
          <p:nvSpPr>
            <p:cNvPr id="433" name="Google Shape;433;p7"/>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34" name="Google Shape;434;p7"/>
            <p:cNvGrpSpPr/>
            <p:nvPr/>
          </p:nvGrpSpPr>
          <p:grpSpPr>
            <a:xfrm>
              <a:off x="3352611" y="546734"/>
              <a:ext cx="2077576" cy="851802"/>
              <a:chOff x="3352611" y="546734"/>
              <a:chExt cx="2077576" cy="851802"/>
            </a:xfrm>
          </p:grpSpPr>
          <p:sp>
            <p:nvSpPr>
              <p:cNvPr id="435" name="Google Shape;435;p7"/>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6" name="Google Shape;436;p7"/>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7"/>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7"/>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7"/>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7"/>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7"/>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7"/>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7"/>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444" name="Google Shape;444;p7"/>
          <p:cNvGrpSpPr/>
          <p:nvPr/>
        </p:nvGrpSpPr>
        <p:grpSpPr>
          <a:xfrm>
            <a:off x="9031011" y="-39801"/>
            <a:ext cx="2131459" cy="1005080"/>
            <a:chOff x="6734221" y="539399"/>
            <a:chExt cx="1598594" cy="753810"/>
          </a:xfrm>
        </p:grpSpPr>
        <p:sp>
          <p:nvSpPr>
            <p:cNvPr id="445" name="Google Shape;445;p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54" name="Google Shape;454;p7"/>
          <p:cNvGrpSpPr/>
          <p:nvPr/>
        </p:nvGrpSpPr>
        <p:grpSpPr>
          <a:xfrm>
            <a:off x="11334149" y="2601995"/>
            <a:ext cx="2951401" cy="1135736"/>
            <a:chOff x="3352611" y="546734"/>
            <a:chExt cx="2213551" cy="851802"/>
          </a:xfrm>
        </p:grpSpPr>
        <p:sp>
          <p:nvSpPr>
            <p:cNvPr id="455" name="Google Shape;455;p7"/>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56" name="Google Shape;456;p7"/>
            <p:cNvGrpSpPr/>
            <p:nvPr/>
          </p:nvGrpSpPr>
          <p:grpSpPr>
            <a:xfrm>
              <a:off x="3352611" y="546734"/>
              <a:ext cx="2077576" cy="851802"/>
              <a:chOff x="3352611" y="546734"/>
              <a:chExt cx="2077576" cy="851802"/>
            </a:xfrm>
          </p:grpSpPr>
          <p:sp>
            <p:nvSpPr>
              <p:cNvPr id="457" name="Google Shape;457;p7"/>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7"/>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7"/>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7"/>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7"/>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2" name="Google Shape;462;p7"/>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3" name="Google Shape;463;p7"/>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7"/>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7"/>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66" name="Google Shape;466;p7"/>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467" name="Google Shape;467;p7"/>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468" name="Google Shape;468;p7"/>
          <p:cNvGrpSpPr/>
          <p:nvPr/>
        </p:nvGrpSpPr>
        <p:grpSpPr>
          <a:xfrm>
            <a:off x="164575" y="5235373"/>
            <a:ext cx="436389" cy="924843"/>
            <a:chOff x="393673" y="1948281"/>
            <a:chExt cx="227128" cy="481355"/>
          </a:xfrm>
        </p:grpSpPr>
        <p:sp>
          <p:nvSpPr>
            <p:cNvPr id="469" name="Google Shape;469;p7"/>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0" name="Google Shape;470;p7"/>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1" name="Google Shape;471;p7"/>
          <p:cNvGrpSpPr/>
          <p:nvPr/>
        </p:nvGrpSpPr>
        <p:grpSpPr>
          <a:xfrm>
            <a:off x="11456954" y="5235459"/>
            <a:ext cx="611511" cy="903343"/>
            <a:chOff x="-287452" y="1948281"/>
            <a:chExt cx="325850" cy="481355"/>
          </a:xfrm>
        </p:grpSpPr>
        <p:sp>
          <p:nvSpPr>
            <p:cNvPr id="472" name="Google Shape;472;p7"/>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7"/>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7"/>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7"/>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6" name="Google Shape;476;p7"/>
          <p:cNvGrpSpPr/>
          <p:nvPr/>
        </p:nvGrpSpPr>
        <p:grpSpPr>
          <a:xfrm>
            <a:off x="-27200" y="6183535"/>
            <a:ext cx="12246400" cy="686699"/>
            <a:chOff x="-20400" y="4637651"/>
            <a:chExt cx="9184800" cy="515024"/>
          </a:xfrm>
        </p:grpSpPr>
        <p:sp>
          <p:nvSpPr>
            <p:cNvPr id="477" name="Google Shape;477;p7"/>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78" name="Google Shape;478;p7"/>
            <p:cNvGrpSpPr/>
            <p:nvPr/>
          </p:nvGrpSpPr>
          <p:grpSpPr>
            <a:xfrm>
              <a:off x="335951" y="4637651"/>
              <a:ext cx="8472099" cy="486325"/>
              <a:chOff x="432948" y="4542401"/>
              <a:chExt cx="8472099" cy="486325"/>
            </a:xfrm>
          </p:grpSpPr>
          <p:sp>
            <p:nvSpPr>
              <p:cNvPr id="479" name="Google Shape;479;p7"/>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0" name="Google Shape;480;p7"/>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1" name="Google Shape;481;p7"/>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2" name="Google Shape;482;p7"/>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3" name="Google Shape;483;p7"/>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4" name="Google Shape;484;p7"/>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5" name="Google Shape;485;p7"/>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6" name="Google Shape;486;p7"/>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7" name="Google Shape;487;p7"/>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8" name="Google Shape;488;p7"/>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9" name="Google Shape;489;p7"/>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0" name="Google Shape;490;p7"/>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1" name="Google Shape;491;p7"/>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7"/>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7"/>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7"/>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7"/>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7"/>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7"/>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7"/>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7"/>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7"/>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7"/>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7"/>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7"/>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7"/>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7"/>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7"/>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7"/>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7"/>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7"/>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7"/>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7"/>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7"/>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7"/>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7"/>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7"/>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516" name="Google Shape;516;p7"/>
          <p:cNvSpPr txBox="1">
            <a:spLocks noGrp="1"/>
          </p:cNvSpPr>
          <p:nvPr>
            <p:ph type="body" idx="1"/>
          </p:nvPr>
        </p:nvSpPr>
        <p:spPr>
          <a:xfrm>
            <a:off x="5825200" y="2182467"/>
            <a:ext cx="5416000" cy="3762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accent1"/>
              </a:buClr>
              <a:buSzPts val="1200"/>
              <a:buAutoNum type="arabicPeriod"/>
              <a:defRPr sz="1600">
                <a:solidFill>
                  <a:srgbClr val="434343"/>
                </a:solidFill>
              </a:defRPr>
            </a:lvl1pPr>
            <a:lvl2pPr marL="1219170" lvl="1" indent="-406390" rtl="0">
              <a:lnSpc>
                <a:spcPct val="115000"/>
              </a:lnSpc>
              <a:spcBef>
                <a:spcPts val="1333"/>
              </a:spcBef>
              <a:spcAft>
                <a:spcPts val="0"/>
              </a:spcAft>
              <a:buSzPts val="1200"/>
              <a:buAutoNum type="alphaLcPeriod"/>
              <a:defRPr sz="1600">
                <a:solidFill>
                  <a:srgbClr val="434343"/>
                </a:solidFill>
              </a:defRPr>
            </a:lvl2pPr>
            <a:lvl3pPr marL="1828754" lvl="2" indent="-406390" rtl="0">
              <a:lnSpc>
                <a:spcPct val="115000"/>
              </a:lnSpc>
              <a:spcBef>
                <a:spcPts val="2133"/>
              </a:spcBef>
              <a:spcAft>
                <a:spcPts val="0"/>
              </a:spcAft>
              <a:buSzPts val="1200"/>
              <a:buAutoNum type="romanLcPeriod"/>
              <a:defRPr sz="1600">
                <a:solidFill>
                  <a:srgbClr val="434343"/>
                </a:solidFill>
              </a:defRPr>
            </a:lvl3pPr>
            <a:lvl4pPr marL="2438339" lvl="3" indent="-406390" rtl="0">
              <a:lnSpc>
                <a:spcPct val="115000"/>
              </a:lnSpc>
              <a:spcBef>
                <a:spcPts val="2133"/>
              </a:spcBef>
              <a:spcAft>
                <a:spcPts val="0"/>
              </a:spcAft>
              <a:buSzPts val="1200"/>
              <a:buAutoNum type="arabicPeriod"/>
              <a:defRPr sz="1600">
                <a:solidFill>
                  <a:srgbClr val="434343"/>
                </a:solidFill>
              </a:defRPr>
            </a:lvl4pPr>
            <a:lvl5pPr marL="3047924" lvl="4" indent="-406390" rtl="0">
              <a:lnSpc>
                <a:spcPct val="115000"/>
              </a:lnSpc>
              <a:spcBef>
                <a:spcPts val="2133"/>
              </a:spcBef>
              <a:spcAft>
                <a:spcPts val="0"/>
              </a:spcAft>
              <a:buSzPts val="1200"/>
              <a:buAutoNum type="alphaLcPeriod"/>
              <a:defRPr sz="1600">
                <a:solidFill>
                  <a:srgbClr val="434343"/>
                </a:solidFill>
              </a:defRPr>
            </a:lvl5pPr>
            <a:lvl6pPr marL="3657509" lvl="5" indent="-406390" rtl="0">
              <a:lnSpc>
                <a:spcPct val="115000"/>
              </a:lnSpc>
              <a:spcBef>
                <a:spcPts val="2133"/>
              </a:spcBef>
              <a:spcAft>
                <a:spcPts val="0"/>
              </a:spcAft>
              <a:buSzPts val="1200"/>
              <a:buAutoNum type="romanLcPeriod"/>
              <a:defRPr sz="1600">
                <a:solidFill>
                  <a:srgbClr val="434343"/>
                </a:solidFill>
              </a:defRPr>
            </a:lvl6pPr>
            <a:lvl7pPr marL="4267093" lvl="6" indent="-406390" rtl="0">
              <a:lnSpc>
                <a:spcPct val="115000"/>
              </a:lnSpc>
              <a:spcBef>
                <a:spcPts val="2133"/>
              </a:spcBef>
              <a:spcAft>
                <a:spcPts val="0"/>
              </a:spcAft>
              <a:buSzPts val="1200"/>
              <a:buAutoNum type="arabicPeriod"/>
              <a:defRPr sz="1600">
                <a:solidFill>
                  <a:srgbClr val="434343"/>
                </a:solidFill>
              </a:defRPr>
            </a:lvl7pPr>
            <a:lvl8pPr marL="4876678" lvl="7" indent="-406390" rtl="0">
              <a:lnSpc>
                <a:spcPct val="115000"/>
              </a:lnSpc>
              <a:spcBef>
                <a:spcPts val="2133"/>
              </a:spcBef>
              <a:spcAft>
                <a:spcPts val="0"/>
              </a:spcAft>
              <a:buSzPts val="1200"/>
              <a:buAutoNum type="alphaLcPeriod"/>
              <a:defRPr sz="1600">
                <a:solidFill>
                  <a:srgbClr val="434343"/>
                </a:solidFill>
              </a:defRPr>
            </a:lvl8pPr>
            <a:lvl9pPr marL="5486263" lvl="8" indent="-406390" rtl="0">
              <a:lnSpc>
                <a:spcPct val="115000"/>
              </a:lnSpc>
              <a:spcBef>
                <a:spcPts val="2133"/>
              </a:spcBef>
              <a:spcAft>
                <a:spcPts val="2133"/>
              </a:spcAft>
              <a:buSzPts val="1200"/>
              <a:buAutoNum type="romanLcPeriod"/>
              <a:defRPr sz="1600">
                <a:solidFill>
                  <a:srgbClr val="434343"/>
                </a:solidFill>
              </a:defRPr>
            </a:lvl9pPr>
          </a:lstStyle>
          <a:p>
            <a:pPr lvl="0"/>
            <a:r>
              <a:rPr lang="en-US"/>
              <a:t>Click to edit Master text styles</a:t>
            </a:r>
          </a:p>
        </p:txBody>
      </p:sp>
      <p:sp>
        <p:nvSpPr>
          <p:cNvPr id="517" name="Google Shape;517;p7"/>
          <p:cNvSpPr txBox="1">
            <a:spLocks noGrp="1"/>
          </p:cNvSpPr>
          <p:nvPr>
            <p:ph type="title"/>
          </p:nvPr>
        </p:nvSpPr>
        <p:spPr>
          <a:xfrm>
            <a:off x="5825200" y="719200"/>
            <a:ext cx="5416000" cy="1462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518" name="Google Shape;518;p7"/>
          <p:cNvSpPr>
            <a:spLocks noGrp="1"/>
          </p:cNvSpPr>
          <p:nvPr>
            <p:ph type="pic" idx="2"/>
          </p:nvPr>
        </p:nvSpPr>
        <p:spPr>
          <a:xfrm>
            <a:off x="950800" y="905400"/>
            <a:ext cx="4781200" cy="5047200"/>
          </a:xfrm>
          <a:prstGeom prst="rect">
            <a:avLst/>
          </a:prstGeom>
          <a:noFill/>
          <a:ln>
            <a:noFill/>
          </a:ln>
        </p:spPr>
      </p:sp>
      <p:grpSp>
        <p:nvGrpSpPr>
          <p:cNvPr id="519" name="Google Shape;519;p7"/>
          <p:cNvGrpSpPr/>
          <p:nvPr/>
        </p:nvGrpSpPr>
        <p:grpSpPr>
          <a:xfrm>
            <a:off x="2738033" y="150624"/>
            <a:ext cx="1679888" cy="730904"/>
            <a:chOff x="1688595" y="4276214"/>
            <a:chExt cx="1030522" cy="448371"/>
          </a:xfrm>
        </p:grpSpPr>
        <p:sp>
          <p:nvSpPr>
            <p:cNvPr id="520" name="Google Shape;520;p7"/>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7"/>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7"/>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3" name="Google Shape;523;p7"/>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726737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24"/>
        <p:cNvGrpSpPr/>
        <p:nvPr/>
      </p:nvGrpSpPr>
      <p:grpSpPr>
        <a:xfrm>
          <a:off x="0" y="0"/>
          <a:ext cx="0" cy="0"/>
          <a:chOff x="0" y="0"/>
          <a:chExt cx="0" cy="0"/>
        </a:xfrm>
      </p:grpSpPr>
      <p:sp>
        <p:nvSpPr>
          <p:cNvPr id="525" name="Google Shape;525;p8"/>
          <p:cNvSpPr txBox="1">
            <a:spLocks noGrp="1"/>
          </p:cNvSpPr>
          <p:nvPr>
            <p:ph type="title"/>
          </p:nvPr>
        </p:nvSpPr>
        <p:spPr>
          <a:xfrm>
            <a:off x="3090600" y="1742800"/>
            <a:ext cx="60108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
        <p:nvSpPr>
          <p:cNvPr id="526" name="Google Shape;526;p8"/>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527" name="Google Shape;527;p8"/>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528" name="Google Shape;528;p8"/>
          <p:cNvGrpSpPr/>
          <p:nvPr/>
        </p:nvGrpSpPr>
        <p:grpSpPr>
          <a:xfrm>
            <a:off x="10847722" y="5321981"/>
            <a:ext cx="493249" cy="728643"/>
            <a:chOff x="-287452" y="1948281"/>
            <a:chExt cx="325850" cy="481355"/>
          </a:xfrm>
        </p:grpSpPr>
        <p:sp>
          <p:nvSpPr>
            <p:cNvPr id="529" name="Google Shape;529;p8"/>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0" name="Google Shape;530;p8"/>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1" name="Google Shape;531;p8"/>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2" name="Google Shape;532;p8"/>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33" name="Google Shape;533;p8"/>
          <p:cNvGrpSpPr/>
          <p:nvPr/>
        </p:nvGrpSpPr>
        <p:grpSpPr>
          <a:xfrm>
            <a:off x="7683413" y="4844181"/>
            <a:ext cx="493231" cy="1039529"/>
            <a:chOff x="659672" y="1912000"/>
            <a:chExt cx="262823" cy="553923"/>
          </a:xfrm>
        </p:grpSpPr>
        <p:sp>
          <p:nvSpPr>
            <p:cNvPr id="534" name="Google Shape;534;p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5" name="Google Shape;535;p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36" name="Google Shape;536;p8"/>
          <p:cNvGrpSpPr/>
          <p:nvPr/>
        </p:nvGrpSpPr>
        <p:grpSpPr>
          <a:xfrm>
            <a:off x="-27200" y="6183535"/>
            <a:ext cx="12246400" cy="686699"/>
            <a:chOff x="-20400" y="4637651"/>
            <a:chExt cx="9184800" cy="515024"/>
          </a:xfrm>
        </p:grpSpPr>
        <p:sp>
          <p:nvSpPr>
            <p:cNvPr id="537" name="Google Shape;537;p8"/>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38" name="Google Shape;538;p8"/>
            <p:cNvGrpSpPr/>
            <p:nvPr/>
          </p:nvGrpSpPr>
          <p:grpSpPr>
            <a:xfrm>
              <a:off x="335951" y="4637651"/>
              <a:ext cx="8472099" cy="486325"/>
              <a:chOff x="432948" y="4542401"/>
              <a:chExt cx="8472099" cy="486325"/>
            </a:xfrm>
          </p:grpSpPr>
          <p:sp>
            <p:nvSpPr>
              <p:cNvPr id="539" name="Google Shape;539;p8"/>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0" name="Google Shape;540;p8"/>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1" name="Google Shape;541;p8"/>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8"/>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3" name="Google Shape;543;p8"/>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8"/>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8"/>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8"/>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8"/>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8"/>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8"/>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8"/>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8"/>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8"/>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8"/>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8"/>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8"/>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8"/>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8"/>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8"/>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8"/>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8"/>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8"/>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8"/>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8"/>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8"/>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8"/>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8"/>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8"/>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8"/>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8"/>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8"/>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8"/>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8"/>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8"/>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4" name="Google Shape;574;p8"/>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5" name="Google Shape;575;p8"/>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576" name="Google Shape;576;p8"/>
          <p:cNvGrpSpPr/>
          <p:nvPr/>
        </p:nvGrpSpPr>
        <p:grpSpPr>
          <a:xfrm>
            <a:off x="390227" y="5321978"/>
            <a:ext cx="391536" cy="825199"/>
            <a:chOff x="659672" y="1912000"/>
            <a:chExt cx="262823" cy="553923"/>
          </a:xfrm>
        </p:grpSpPr>
        <p:sp>
          <p:nvSpPr>
            <p:cNvPr id="577" name="Google Shape;577;p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8" name="Google Shape;578;p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79" name="Google Shape;579;p8"/>
          <p:cNvGrpSpPr/>
          <p:nvPr/>
        </p:nvGrpSpPr>
        <p:grpSpPr>
          <a:xfrm>
            <a:off x="-306771" y="1229506"/>
            <a:ext cx="1536100" cy="1062463"/>
            <a:chOff x="605071" y="918504"/>
            <a:chExt cx="1152075" cy="796847"/>
          </a:xfrm>
        </p:grpSpPr>
        <p:sp>
          <p:nvSpPr>
            <p:cNvPr id="580" name="Google Shape;580;p8"/>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1" name="Google Shape;581;p8"/>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2" name="Google Shape;582;p8"/>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3" name="Google Shape;583;p8"/>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84" name="Google Shape;584;p8"/>
          <p:cNvGrpSpPr/>
          <p:nvPr/>
        </p:nvGrpSpPr>
        <p:grpSpPr>
          <a:xfrm>
            <a:off x="10783995" y="615665"/>
            <a:ext cx="2131459" cy="1005080"/>
            <a:chOff x="6734221" y="539399"/>
            <a:chExt cx="1598594" cy="753810"/>
          </a:xfrm>
        </p:grpSpPr>
        <p:sp>
          <p:nvSpPr>
            <p:cNvPr id="585" name="Google Shape;585;p8"/>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8"/>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8"/>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8"/>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8"/>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8"/>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8"/>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8"/>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8"/>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94" name="Google Shape;594;p8"/>
          <p:cNvGrpSpPr/>
          <p:nvPr/>
        </p:nvGrpSpPr>
        <p:grpSpPr>
          <a:xfrm flipH="1">
            <a:off x="10783990" y="4234262"/>
            <a:ext cx="2012311" cy="520409"/>
            <a:chOff x="279488" y="3058414"/>
            <a:chExt cx="1733754" cy="448371"/>
          </a:xfrm>
        </p:grpSpPr>
        <p:sp>
          <p:nvSpPr>
            <p:cNvPr id="595" name="Google Shape;595;p8"/>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8"/>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8"/>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8"/>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8"/>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8"/>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8"/>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8"/>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61741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03"/>
        <p:cNvGrpSpPr/>
        <p:nvPr/>
      </p:nvGrpSpPr>
      <p:grpSpPr>
        <a:xfrm>
          <a:off x="0" y="0"/>
          <a:ext cx="0" cy="0"/>
          <a:chOff x="0" y="0"/>
          <a:chExt cx="0" cy="0"/>
        </a:xfrm>
      </p:grpSpPr>
      <p:sp>
        <p:nvSpPr>
          <p:cNvPr id="604" name="Google Shape;604;p9"/>
          <p:cNvSpPr txBox="1">
            <a:spLocks noGrp="1"/>
          </p:cNvSpPr>
          <p:nvPr>
            <p:ph type="title"/>
          </p:nvPr>
        </p:nvSpPr>
        <p:spPr>
          <a:xfrm>
            <a:off x="2988600" y="1889267"/>
            <a:ext cx="6214800" cy="11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605" name="Google Shape;605;p9"/>
          <p:cNvSpPr txBox="1">
            <a:spLocks noGrp="1"/>
          </p:cNvSpPr>
          <p:nvPr>
            <p:ph type="subTitle" idx="1"/>
          </p:nvPr>
        </p:nvSpPr>
        <p:spPr>
          <a:xfrm>
            <a:off x="2988733" y="3011667"/>
            <a:ext cx="6214800" cy="16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solidFill>
                  <a:schemeClr val="dk1"/>
                </a:solidFill>
              </a:defRPr>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
        <p:nvSpPr>
          <p:cNvPr id="606" name="Google Shape;606;p9"/>
          <p:cNvSpPr/>
          <p:nvPr/>
        </p:nvSpPr>
        <p:spPr>
          <a:xfrm flipH="1">
            <a:off x="-1379100" y="4772468"/>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rgbClr val="A9874B">
              <a:alpha val="33930"/>
            </a:srgbClr>
          </a:solidFill>
          <a:ln>
            <a:noFill/>
          </a:ln>
        </p:spPr>
      </p:sp>
      <p:sp>
        <p:nvSpPr>
          <p:cNvPr id="607" name="Google Shape;607;p9"/>
          <p:cNvSpPr/>
          <p:nvPr/>
        </p:nvSpPr>
        <p:spPr>
          <a:xfrm>
            <a:off x="-1670500" y="5073834"/>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608" name="Google Shape;608;p9"/>
          <p:cNvGrpSpPr/>
          <p:nvPr/>
        </p:nvGrpSpPr>
        <p:grpSpPr>
          <a:xfrm>
            <a:off x="10131282" y="275079"/>
            <a:ext cx="2951401" cy="1135736"/>
            <a:chOff x="3352611" y="546734"/>
            <a:chExt cx="2213551" cy="851802"/>
          </a:xfrm>
        </p:grpSpPr>
        <p:sp>
          <p:nvSpPr>
            <p:cNvPr id="609" name="Google Shape;609;p9"/>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10" name="Google Shape;610;p9"/>
            <p:cNvGrpSpPr/>
            <p:nvPr/>
          </p:nvGrpSpPr>
          <p:grpSpPr>
            <a:xfrm>
              <a:off x="3352611" y="546734"/>
              <a:ext cx="2077576" cy="851802"/>
              <a:chOff x="3352611" y="546734"/>
              <a:chExt cx="2077576" cy="851802"/>
            </a:xfrm>
          </p:grpSpPr>
          <p:sp>
            <p:nvSpPr>
              <p:cNvPr id="611" name="Google Shape;611;p9"/>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9"/>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9"/>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9"/>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9"/>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9"/>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9"/>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9"/>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9"/>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20" name="Google Shape;620;p9"/>
          <p:cNvGrpSpPr/>
          <p:nvPr/>
        </p:nvGrpSpPr>
        <p:grpSpPr>
          <a:xfrm>
            <a:off x="-54305" y="445573"/>
            <a:ext cx="1536100" cy="1062463"/>
            <a:chOff x="605071" y="918504"/>
            <a:chExt cx="1152075" cy="796847"/>
          </a:xfrm>
        </p:grpSpPr>
        <p:sp>
          <p:nvSpPr>
            <p:cNvPr id="621" name="Google Shape;621;p9"/>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9"/>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9"/>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4" name="Google Shape;624;p9"/>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25" name="Google Shape;625;p9"/>
          <p:cNvGrpSpPr/>
          <p:nvPr/>
        </p:nvGrpSpPr>
        <p:grpSpPr>
          <a:xfrm>
            <a:off x="-27200" y="6183535"/>
            <a:ext cx="12246400" cy="686699"/>
            <a:chOff x="-20400" y="4637651"/>
            <a:chExt cx="9184800" cy="515024"/>
          </a:xfrm>
        </p:grpSpPr>
        <p:sp>
          <p:nvSpPr>
            <p:cNvPr id="626" name="Google Shape;626;p9"/>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27" name="Google Shape;627;p9"/>
            <p:cNvGrpSpPr/>
            <p:nvPr/>
          </p:nvGrpSpPr>
          <p:grpSpPr>
            <a:xfrm>
              <a:off x="335951" y="4637651"/>
              <a:ext cx="8472099" cy="486325"/>
              <a:chOff x="432948" y="4542401"/>
              <a:chExt cx="8472099" cy="486325"/>
            </a:xfrm>
          </p:grpSpPr>
          <p:sp>
            <p:nvSpPr>
              <p:cNvPr id="628" name="Google Shape;628;p9"/>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9" name="Google Shape;629;p9"/>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0" name="Google Shape;630;p9"/>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9"/>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9"/>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3" name="Google Shape;633;p9"/>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4" name="Google Shape;634;p9"/>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9"/>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9"/>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9"/>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9"/>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9"/>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9"/>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9"/>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9"/>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9"/>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9"/>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9"/>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9"/>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9"/>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9"/>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9"/>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9"/>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9"/>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9"/>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9"/>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9"/>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9"/>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9"/>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9"/>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9"/>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9" name="Google Shape;659;p9"/>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0" name="Google Shape;660;p9"/>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9"/>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9"/>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3" name="Google Shape;663;p9"/>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4" name="Google Shape;664;p9"/>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65" name="Google Shape;665;p9"/>
          <p:cNvGrpSpPr/>
          <p:nvPr/>
        </p:nvGrpSpPr>
        <p:grpSpPr>
          <a:xfrm>
            <a:off x="111554" y="4600459"/>
            <a:ext cx="611511" cy="903343"/>
            <a:chOff x="-287452" y="1948281"/>
            <a:chExt cx="325850" cy="481355"/>
          </a:xfrm>
        </p:grpSpPr>
        <p:sp>
          <p:nvSpPr>
            <p:cNvPr id="666" name="Google Shape;666;p9"/>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9"/>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9"/>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9"/>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70" name="Google Shape;670;p9"/>
          <p:cNvGrpSpPr/>
          <p:nvPr/>
        </p:nvGrpSpPr>
        <p:grpSpPr>
          <a:xfrm>
            <a:off x="10646181" y="4263281"/>
            <a:ext cx="1088263" cy="1136063"/>
            <a:chOff x="7984635" y="3197460"/>
            <a:chExt cx="816197" cy="852047"/>
          </a:xfrm>
        </p:grpSpPr>
        <p:grpSp>
          <p:nvGrpSpPr>
            <p:cNvPr id="671" name="Google Shape;671;p9"/>
            <p:cNvGrpSpPr/>
            <p:nvPr/>
          </p:nvGrpSpPr>
          <p:grpSpPr>
            <a:xfrm>
              <a:off x="8430909" y="3197460"/>
              <a:ext cx="369923" cy="779647"/>
              <a:chOff x="659672" y="1912000"/>
              <a:chExt cx="262823" cy="553923"/>
            </a:xfrm>
          </p:grpSpPr>
          <p:sp>
            <p:nvSpPr>
              <p:cNvPr id="672" name="Google Shape;672;p9"/>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9"/>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74" name="Google Shape;674;p9"/>
            <p:cNvGrpSpPr/>
            <p:nvPr/>
          </p:nvGrpSpPr>
          <p:grpSpPr>
            <a:xfrm>
              <a:off x="7984635" y="3528693"/>
              <a:ext cx="321175" cy="520814"/>
              <a:chOff x="126609" y="2053364"/>
              <a:chExt cx="228188" cy="370028"/>
            </a:xfrm>
          </p:grpSpPr>
          <p:sp>
            <p:nvSpPr>
              <p:cNvPr id="675" name="Google Shape;675;p9"/>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9"/>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148720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77"/>
        <p:cNvGrpSpPr/>
        <p:nvPr/>
      </p:nvGrpSpPr>
      <p:grpSpPr>
        <a:xfrm>
          <a:off x="0" y="0"/>
          <a:ext cx="0" cy="0"/>
          <a:chOff x="0" y="0"/>
          <a:chExt cx="0" cy="0"/>
        </a:xfrm>
      </p:grpSpPr>
      <p:sp>
        <p:nvSpPr>
          <p:cNvPr id="678" name="Google Shape;678;p10"/>
          <p:cNvSpPr>
            <a:spLocks noGrp="1"/>
          </p:cNvSpPr>
          <p:nvPr>
            <p:ph type="pic" idx="2"/>
          </p:nvPr>
        </p:nvSpPr>
        <p:spPr>
          <a:xfrm>
            <a:off x="-3500" y="-25700"/>
            <a:ext cx="12192000" cy="6883600"/>
          </a:xfrm>
          <a:prstGeom prst="rect">
            <a:avLst/>
          </a:prstGeom>
          <a:noFill/>
          <a:ln>
            <a:noFill/>
          </a:ln>
        </p:spPr>
      </p:sp>
      <p:sp>
        <p:nvSpPr>
          <p:cNvPr id="679" name="Google Shape;679;p10"/>
          <p:cNvSpPr txBox="1">
            <a:spLocks noGrp="1"/>
          </p:cNvSpPr>
          <p:nvPr>
            <p:ph type="title"/>
          </p:nvPr>
        </p:nvSpPr>
        <p:spPr>
          <a:xfrm>
            <a:off x="960000" y="719200"/>
            <a:ext cx="10272000" cy="7636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737069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80"/>
        <p:cNvGrpSpPr/>
        <p:nvPr/>
      </p:nvGrpSpPr>
      <p:grpSpPr>
        <a:xfrm>
          <a:off x="0" y="0"/>
          <a:ext cx="0" cy="0"/>
          <a:chOff x="0" y="0"/>
          <a:chExt cx="0" cy="0"/>
        </a:xfrm>
      </p:grpSpPr>
      <p:sp>
        <p:nvSpPr>
          <p:cNvPr id="681" name="Google Shape;681;p11"/>
          <p:cNvSpPr txBox="1">
            <a:spLocks noGrp="1"/>
          </p:cNvSpPr>
          <p:nvPr>
            <p:ph type="title" hasCustomPrompt="1"/>
          </p:nvPr>
        </p:nvSpPr>
        <p:spPr>
          <a:xfrm>
            <a:off x="950800" y="2223700"/>
            <a:ext cx="5524000" cy="17476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682" name="Google Shape;682;p11"/>
          <p:cNvSpPr txBox="1">
            <a:spLocks noGrp="1"/>
          </p:cNvSpPr>
          <p:nvPr>
            <p:ph type="subTitle" idx="1"/>
          </p:nvPr>
        </p:nvSpPr>
        <p:spPr>
          <a:xfrm>
            <a:off x="950800" y="3971533"/>
            <a:ext cx="5524000" cy="66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solidFill>
                  <a:schemeClr val="dk1"/>
                </a:solidFill>
              </a:defRPr>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
        <p:nvSpPr>
          <p:cNvPr id="683" name="Google Shape;683;p11"/>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684" name="Google Shape;684;p11"/>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685" name="Google Shape;685;p11"/>
          <p:cNvGrpSpPr/>
          <p:nvPr/>
        </p:nvGrpSpPr>
        <p:grpSpPr>
          <a:xfrm>
            <a:off x="10847722" y="5321981"/>
            <a:ext cx="493249" cy="728643"/>
            <a:chOff x="-287452" y="1948281"/>
            <a:chExt cx="325850" cy="481355"/>
          </a:xfrm>
        </p:grpSpPr>
        <p:sp>
          <p:nvSpPr>
            <p:cNvPr id="686" name="Google Shape;686;p11"/>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11"/>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11"/>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11"/>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0" name="Google Shape;690;p11"/>
          <p:cNvGrpSpPr/>
          <p:nvPr/>
        </p:nvGrpSpPr>
        <p:grpSpPr>
          <a:xfrm>
            <a:off x="7683413" y="4844181"/>
            <a:ext cx="493231" cy="1039529"/>
            <a:chOff x="659672" y="1912000"/>
            <a:chExt cx="262823" cy="553923"/>
          </a:xfrm>
        </p:grpSpPr>
        <p:sp>
          <p:nvSpPr>
            <p:cNvPr id="691" name="Google Shape;691;p1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1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3" name="Google Shape;693;p11"/>
          <p:cNvGrpSpPr/>
          <p:nvPr/>
        </p:nvGrpSpPr>
        <p:grpSpPr>
          <a:xfrm>
            <a:off x="-27200" y="6183535"/>
            <a:ext cx="12246400" cy="686699"/>
            <a:chOff x="-20400" y="4637651"/>
            <a:chExt cx="9184800" cy="515024"/>
          </a:xfrm>
        </p:grpSpPr>
        <p:sp>
          <p:nvSpPr>
            <p:cNvPr id="694" name="Google Shape;694;p11"/>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95" name="Google Shape;695;p11"/>
            <p:cNvGrpSpPr/>
            <p:nvPr/>
          </p:nvGrpSpPr>
          <p:grpSpPr>
            <a:xfrm>
              <a:off x="335951" y="4637651"/>
              <a:ext cx="8472099" cy="486325"/>
              <a:chOff x="432948" y="4542401"/>
              <a:chExt cx="8472099" cy="486325"/>
            </a:xfrm>
          </p:grpSpPr>
          <p:sp>
            <p:nvSpPr>
              <p:cNvPr id="696" name="Google Shape;696;p11"/>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11"/>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11"/>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11"/>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0" name="Google Shape;700;p11"/>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1" name="Google Shape;701;p11"/>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2" name="Google Shape;702;p11"/>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3" name="Google Shape;703;p11"/>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4" name="Google Shape;704;p11"/>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11"/>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11"/>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11"/>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11"/>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11"/>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11"/>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11"/>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11"/>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11"/>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11"/>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11"/>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11"/>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11"/>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11"/>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11"/>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11"/>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11"/>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11"/>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11"/>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11"/>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11"/>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11"/>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11"/>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11"/>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11"/>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11"/>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11"/>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11"/>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733" name="Google Shape;733;p11"/>
          <p:cNvGrpSpPr/>
          <p:nvPr/>
        </p:nvGrpSpPr>
        <p:grpSpPr>
          <a:xfrm>
            <a:off x="390227" y="5321978"/>
            <a:ext cx="391536" cy="825199"/>
            <a:chOff x="659672" y="1912000"/>
            <a:chExt cx="262823" cy="553923"/>
          </a:xfrm>
        </p:grpSpPr>
        <p:sp>
          <p:nvSpPr>
            <p:cNvPr id="734" name="Google Shape;734;p1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1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36" name="Google Shape;736;p11"/>
          <p:cNvGrpSpPr/>
          <p:nvPr/>
        </p:nvGrpSpPr>
        <p:grpSpPr>
          <a:xfrm>
            <a:off x="-306771" y="1229506"/>
            <a:ext cx="1536100" cy="1062463"/>
            <a:chOff x="605071" y="918504"/>
            <a:chExt cx="1152075" cy="796847"/>
          </a:xfrm>
        </p:grpSpPr>
        <p:sp>
          <p:nvSpPr>
            <p:cNvPr id="737" name="Google Shape;737;p11"/>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11"/>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11"/>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0" name="Google Shape;740;p11"/>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41" name="Google Shape;741;p11"/>
          <p:cNvGrpSpPr/>
          <p:nvPr/>
        </p:nvGrpSpPr>
        <p:grpSpPr>
          <a:xfrm>
            <a:off x="10783995" y="615665"/>
            <a:ext cx="2131459" cy="1005080"/>
            <a:chOff x="6734221" y="539399"/>
            <a:chExt cx="1598594" cy="753810"/>
          </a:xfrm>
        </p:grpSpPr>
        <p:sp>
          <p:nvSpPr>
            <p:cNvPr id="742" name="Google Shape;742;p11"/>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11"/>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11"/>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11"/>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11"/>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11"/>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11"/>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9" name="Google Shape;749;p11"/>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0" name="Google Shape;750;p11"/>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51" name="Google Shape;751;p11"/>
          <p:cNvGrpSpPr/>
          <p:nvPr/>
        </p:nvGrpSpPr>
        <p:grpSpPr>
          <a:xfrm flipH="1">
            <a:off x="10783990" y="4234262"/>
            <a:ext cx="2012311" cy="520409"/>
            <a:chOff x="279488" y="3058414"/>
            <a:chExt cx="1733754" cy="448371"/>
          </a:xfrm>
        </p:grpSpPr>
        <p:sp>
          <p:nvSpPr>
            <p:cNvPr id="752" name="Google Shape;752;p11"/>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3" name="Google Shape;753;p11"/>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4" name="Google Shape;754;p11"/>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5" name="Google Shape;755;p11"/>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6" name="Google Shape;756;p11"/>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7" name="Google Shape;757;p11"/>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8" name="Google Shape;758;p11"/>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9" name="Google Shape;759;p11"/>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4310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760"/>
        <p:cNvGrpSpPr/>
        <p:nvPr/>
      </p:nvGrpSpPr>
      <p:grpSpPr>
        <a:xfrm>
          <a:off x="0" y="0"/>
          <a:ext cx="0" cy="0"/>
          <a:chOff x="0" y="0"/>
          <a:chExt cx="0" cy="0"/>
        </a:xfrm>
      </p:grpSpPr>
    </p:spTree>
    <p:extLst>
      <p:ext uri="{BB962C8B-B14F-4D97-AF65-F5344CB8AC3E}">
        <p14:creationId xmlns:p14="http://schemas.microsoft.com/office/powerpoint/2010/main" val="2959929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61"/>
        <p:cNvGrpSpPr/>
        <p:nvPr/>
      </p:nvGrpSpPr>
      <p:grpSpPr>
        <a:xfrm>
          <a:off x="0" y="0"/>
          <a:ext cx="0" cy="0"/>
          <a:chOff x="0" y="0"/>
          <a:chExt cx="0" cy="0"/>
        </a:xfrm>
      </p:grpSpPr>
      <p:grpSp>
        <p:nvGrpSpPr>
          <p:cNvPr id="762" name="Google Shape;762;p13"/>
          <p:cNvGrpSpPr/>
          <p:nvPr/>
        </p:nvGrpSpPr>
        <p:grpSpPr>
          <a:xfrm>
            <a:off x="7542984" y="2043237"/>
            <a:ext cx="2311672" cy="597828"/>
            <a:chOff x="279488" y="3058414"/>
            <a:chExt cx="1733754" cy="448371"/>
          </a:xfrm>
        </p:grpSpPr>
        <p:sp>
          <p:nvSpPr>
            <p:cNvPr id="763" name="Google Shape;763;p13"/>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4" name="Google Shape;764;p13"/>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13"/>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6" name="Google Shape;766;p13"/>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7" name="Google Shape;767;p13"/>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13"/>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13"/>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13"/>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1" name="Google Shape;771;p13"/>
          <p:cNvGrpSpPr/>
          <p:nvPr/>
        </p:nvGrpSpPr>
        <p:grpSpPr>
          <a:xfrm>
            <a:off x="3349724" y="3066287"/>
            <a:ext cx="1189765" cy="501384"/>
            <a:chOff x="605081" y="4084003"/>
            <a:chExt cx="892324" cy="376038"/>
          </a:xfrm>
        </p:grpSpPr>
        <p:sp>
          <p:nvSpPr>
            <p:cNvPr id="772" name="Google Shape;772;p13"/>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13"/>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13"/>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13"/>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13"/>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7" name="Google Shape;777;p13"/>
          <p:cNvGrpSpPr/>
          <p:nvPr/>
        </p:nvGrpSpPr>
        <p:grpSpPr>
          <a:xfrm>
            <a:off x="-954351" y="-158355"/>
            <a:ext cx="2951401" cy="1135736"/>
            <a:chOff x="3352611" y="546734"/>
            <a:chExt cx="2213551" cy="851802"/>
          </a:xfrm>
        </p:grpSpPr>
        <p:sp>
          <p:nvSpPr>
            <p:cNvPr id="778" name="Google Shape;778;p13"/>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79" name="Google Shape;779;p13"/>
            <p:cNvGrpSpPr/>
            <p:nvPr/>
          </p:nvGrpSpPr>
          <p:grpSpPr>
            <a:xfrm>
              <a:off x="3352611" y="546734"/>
              <a:ext cx="2077576" cy="851802"/>
              <a:chOff x="3352611" y="546734"/>
              <a:chExt cx="2077576" cy="851802"/>
            </a:xfrm>
          </p:grpSpPr>
          <p:sp>
            <p:nvSpPr>
              <p:cNvPr id="780" name="Google Shape;780;p13"/>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13"/>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2" name="Google Shape;782;p13"/>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13"/>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13"/>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13"/>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13"/>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13"/>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13"/>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789" name="Google Shape;789;p13"/>
          <p:cNvGrpSpPr/>
          <p:nvPr/>
        </p:nvGrpSpPr>
        <p:grpSpPr>
          <a:xfrm flipH="1">
            <a:off x="10822418" y="719189"/>
            <a:ext cx="1768665" cy="1223320"/>
            <a:chOff x="605071" y="918504"/>
            <a:chExt cx="1152075" cy="796847"/>
          </a:xfrm>
        </p:grpSpPr>
        <p:sp>
          <p:nvSpPr>
            <p:cNvPr id="790" name="Google Shape;790;p13"/>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13"/>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13"/>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13"/>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94" name="Google Shape;794;p13"/>
          <p:cNvGrpSpPr/>
          <p:nvPr/>
        </p:nvGrpSpPr>
        <p:grpSpPr>
          <a:xfrm>
            <a:off x="-74821" y="3723662"/>
            <a:ext cx="1536100" cy="1062463"/>
            <a:chOff x="605071" y="918504"/>
            <a:chExt cx="1152075" cy="796847"/>
          </a:xfrm>
        </p:grpSpPr>
        <p:sp>
          <p:nvSpPr>
            <p:cNvPr id="795" name="Google Shape;795;p13"/>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13"/>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13"/>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13"/>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99" name="Google Shape;799;p13"/>
          <p:cNvGrpSpPr/>
          <p:nvPr/>
        </p:nvGrpSpPr>
        <p:grpSpPr>
          <a:xfrm>
            <a:off x="10081582" y="3761795"/>
            <a:ext cx="2951401" cy="1135736"/>
            <a:chOff x="3352611" y="546734"/>
            <a:chExt cx="2213551" cy="851802"/>
          </a:xfrm>
        </p:grpSpPr>
        <p:sp>
          <p:nvSpPr>
            <p:cNvPr id="800" name="Google Shape;800;p13"/>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01" name="Google Shape;801;p13"/>
            <p:cNvGrpSpPr/>
            <p:nvPr/>
          </p:nvGrpSpPr>
          <p:grpSpPr>
            <a:xfrm>
              <a:off x="3352611" y="546734"/>
              <a:ext cx="2077576" cy="851802"/>
              <a:chOff x="3352611" y="546734"/>
              <a:chExt cx="2077576" cy="851802"/>
            </a:xfrm>
          </p:grpSpPr>
          <p:sp>
            <p:nvSpPr>
              <p:cNvPr id="802" name="Google Shape;802;p13"/>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3" name="Google Shape;803;p13"/>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13"/>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13"/>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6" name="Google Shape;806;p13"/>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7" name="Google Shape;807;p13"/>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8" name="Google Shape;808;p13"/>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9" name="Google Shape;809;p13"/>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0" name="Google Shape;810;p13"/>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11" name="Google Shape;811;p13"/>
          <p:cNvSpPr/>
          <p:nvPr/>
        </p:nvSpPr>
        <p:spPr>
          <a:xfrm>
            <a:off x="-2574234" y="5175666"/>
            <a:ext cx="17094067" cy="2811900"/>
          </a:xfrm>
          <a:custGeom>
            <a:avLst/>
            <a:gdLst/>
            <a:ahLst/>
            <a:cxnLst/>
            <a:rect l="l" t="t" r="r" b="b"/>
            <a:pathLst>
              <a:path w="512822" h="84357" extrusionOk="0">
                <a:moveTo>
                  <a:pt x="483346" y="20125"/>
                </a:moveTo>
                <a:cubicBezTo>
                  <a:pt x="478306" y="11830"/>
                  <a:pt x="475271" y="26608"/>
                  <a:pt x="453107" y="25909"/>
                </a:cubicBezTo>
                <a:cubicBezTo>
                  <a:pt x="430943" y="25211"/>
                  <a:pt x="389566" y="16350"/>
                  <a:pt x="350362" y="15934"/>
                </a:cubicBezTo>
                <a:cubicBezTo>
                  <a:pt x="311158" y="15519"/>
                  <a:pt x="251560" y="21213"/>
                  <a:pt x="217884" y="23416"/>
                </a:cubicBezTo>
                <a:cubicBezTo>
                  <a:pt x="184208" y="25619"/>
                  <a:pt x="178363" y="32205"/>
                  <a:pt x="148307" y="29151"/>
                </a:cubicBezTo>
                <a:cubicBezTo>
                  <a:pt x="118251" y="26097"/>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812" name="Google Shape;812;p13"/>
          <p:cNvSpPr/>
          <p:nvPr/>
        </p:nvSpPr>
        <p:spPr>
          <a:xfrm>
            <a:off x="-1670499" y="5378634"/>
            <a:ext cx="15588196"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813" name="Google Shape;813;p13"/>
          <p:cNvGrpSpPr/>
          <p:nvPr/>
        </p:nvGrpSpPr>
        <p:grpSpPr>
          <a:xfrm>
            <a:off x="11230946" y="5058446"/>
            <a:ext cx="652655" cy="964185"/>
            <a:chOff x="-287452" y="1948281"/>
            <a:chExt cx="325850" cy="481355"/>
          </a:xfrm>
        </p:grpSpPr>
        <p:sp>
          <p:nvSpPr>
            <p:cNvPr id="814" name="Google Shape;814;p13"/>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13"/>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13"/>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13"/>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18" name="Google Shape;818;p13"/>
          <p:cNvGrpSpPr/>
          <p:nvPr/>
        </p:nvGrpSpPr>
        <p:grpSpPr>
          <a:xfrm>
            <a:off x="-27200" y="6183535"/>
            <a:ext cx="12246400" cy="686699"/>
            <a:chOff x="-20400" y="4637651"/>
            <a:chExt cx="9184800" cy="515024"/>
          </a:xfrm>
        </p:grpSpPr>
        <p:sp>
          <p:nvSpPr>
            <p:cNvPr id="819" name="Google Shape;819;p13"/>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20" name="Google Shape;820;p13"/>
            <p:cNvGrpSpPr/>
            <p:nvPr/>
          </p:nvGrpSpPr>
          <p:grpSpPr>
            <a:xfrm>
              <a:off x="335951" y="4637651"/>
              <a:ext cx="8472099" cy="486325"/>
              <a:chOff x="432948" y="4542401"/>
              <a:chExt cx="8472099" cy="486325"/>
            </a:xfrm>
          </p:grpSpPr>
          <p:sp>
            <p:nvSpPr>
              <p:cNvPr id="821" name="Google Shape;821;p13"/>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13"/>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13"/>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13"/>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13"/>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13"/>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13"/>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13"/>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13"/>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13"/>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13"/>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13"/>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13"/>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13"/>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13"/>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13"/>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13"/>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13"/>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13"/>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13"/>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13"/>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13"/>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13"/>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13"/>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13"/>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13"/>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13"/>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8" name="Google Shape;848;p13"/>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9" name="Google Shape;849;p13"/>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0" name="Google Shape;850;p13"/>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1" name="Google Shape;851;p13"/>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2" name="Google Shape;852;p13"/>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3" name="Google Shape;853;p13"/>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4" name="Google Shape;854;p13"/>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5" name="Google Shape;855;p13"/>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6" name="Google Shape;856;p13"/>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13"/>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858" name="Google Shape;858;p13"/>
          <p:cNvGrpSpPr/>
          <p:nvPr/>
        </p:nvGrpSpPr>
        <p:grpSpPr>
          <a:xfrm>
            <a:off x="218545" y="4967736"/>
            <a:ext cx="434604" cy="915968"/>
            <a:chOff x="659672" y="1912000"/>
            <a:chExt cx="262823" cy="553923"/>
          </a:xfrm>
        </p:grpSpPr>
        <p:sp>
          <p:nvSpPr>
            <p:cNvPr id="859" name="Google Shape;859;p1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0" name="Google Shape;860;p1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61" name="Google Shape;861;p13"/>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62" name="Google Shape;862;p13"/>
          <p:cNvSpPr txBox="1">
            <a:spLocks noGrp="1"/>
          </p:cNvSpPr>
          <p:nvPr>
            <p:ph type="title" idx="2" hasCustomPrompt="1"/>
          </p:nvPr>
        </p:nvSpPr>
        <p:spPr>
          <a:xfrm>
            <a:off x="1312267" y="1698733"/>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3" name="Google Shape;863;p13"/>
          <p:cNvSpPr txBox="1">
            <a:spLocks noGrp="1"/>
          </p:cNvSpPr>
          <p:nvPr>
            <p:ph type="title" idx="3" hasCustomPrompt="1"/>
          </p:nvPr>
        </p:nvSpPr>
        <p:spPr>
          <a:xfrm>
            <a:off x="1312267" y="3098808"/>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4" name="Google Shape;864;p13"/>
          <p:cNvSpPr txBox="1">
            <a:spLocks noGrp="1"/>
          </p:cNvSpPr>
          <p:nvPr>
            <p:ph type="subTitle" idx="1"/>
          </p:nvPr>
        </p:nvSpPr>
        <p:spPr>
          <a:xfrm>
            <a:off x="1312267" y="2167631"/>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65" name="Google Shape;865;p13"/>
          <p:cNvSpPr txBox="1">
            <a:spLocks noGrp="1"/>
          </p:cNvSpPr>
          <p:nvPr>
            <p:ph type="subTitle" idx="4"/>
          </p:nvPr>
        </p:nvSpPr>
        <p:spPr>
          <a:xfrm>
            <a:off x="1312267" y="356767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66" name="Google Shape;866;p13"/>
          <p:cNvSpPr txBox="1">
            <a:spLocks noGrp="1"/>
          </p:cNvSpPr>
          <p:nvPr>
            <p:ph type="title" idx="5" hasCustomPrompt="1"/>
          </p:nvPr>
        </p:nvSpPr>
        <p:spPr>
          <a:xfrm>
            <a:off x="1312267" y="4498867"/>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7" name="Google Shape;867;p13"/>
          <p:cNvSpPr txBox="1">
            <a:spLocks noGrp="1"/>
          </p:cNvSpPr>
          <p:nvPr>
            <p:ph type="subTitle" idx="6"/>
          </p:nvPr>
        </p:nvSpPr>
        <p:spPr>
          <a:xfrm>
            <a:off x="1312267" y="496773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68" name="Google Shape;868;p13"/>
          <p:cNvSpPr txBox="1">
            <a:spLocks noGrp="1"/>
          </p:cNvSpPr>
          <p:nvPr>
            <p:ph type="title" idx="7" hasCustomPrompt="1"/>
          </p:nvPr>
        </p:nvSpPr>
        <p:spPr>
          <a:xfrm>
            <a:off x="4997633" y="1698733"/>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9" name="Google Shape;869;p13"/>
          <p:cNvSpPr txBox="1">
            <a:spLocks noGrp="1"/>
          </p:cNvSpPr>
          <p:nvPr>
            <p:ph type="title" idx="8" hasCustomPrompt="1"/>
          </p:nvPr>
        </p:nvSpPr>
        <p:spPr>
          <a:xfrm>
            <a:off x="4997633" y="3098808"/>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70" name="Google Shape;870;p13"/>
          <p:cNvSpPr txBox="1">
            <a:spLocks noGrp="1"/>
          </p:cNvSpPr>
          <p:nvPr>
            <p:ph type="subTitle" idx="9"/>
          </p:nvPr>
        </p:nvSpPr>
        <p:spPr>
          <a:xfrm>
            <a:off x="4997633" y="2167631"/>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71" name="Google Shape;871;p13"/>
          <p:cNvSpPr txBox="1">
            <a:spLocks noGrp="1"/>
          </p:cNvSpPr>
          <p:nvPr>
            <p:ph type="subTitle" idx="13"/>
          </p:nvPr>
        </p:nvSpPr>
        <p:spPr>
          <a:xfrm>
            <a:off x="4997633" y="356767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72" name="Google Shape;872;p13"/>
          <p:cNvSpPr txBox="1">
            <a:spLocks noGrp="1"/>
          </p:cNvSpPr>
          <p:nvPr>
            <p:ph type="title" idx="14" hasCustomPrompt="1"/>
          </p:nvPr>
        </p:nvSpPr>
        <p:spPr>
          <a:xfrm>
            <a:off x="4997633" y="4498867"/>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73" name="Google Shape;873;p13"/>
          <p:cNvSpPr txBox="1">
            <a:spLocks noGrp="1"/>
          </p:cNvSpPr>
          <p:nvPr>
            <p:ph type="subTitle" idx="15"/>
          </p:nvPr>
        </p:nvSpPr>
        <p:spPr>
          <a:xfrm>
            <a:off x="4997633" y="496773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3765933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
  <p:cSld name="Title and text ">
    <p:spTree>
      <p:nvGrpSpPr>
        <p:cNvPr id="1" name="Shape 874"/>
        <p:cNvGrpSpPr/>
        <p:nvPr/>
      </p:nvGrpSpPr>
      <p:grpSpPr>
        <a:xfrm>
          <a:off x="0" y="0"/>
          <a:ext cx="0" cy="0"/>
          <a:chOff x="0" y="0"/>
          <a:chExt cx="0" cy="0"/>
        </a:xfrm>
      </p:grpSpPr>
      <p:sp>
        <p:nvSpPr>
          <p:cNvPr id="875" name="Google Shape;875;p14"/>
          <p:cNvSpPr txBox="1">
            <a:spLocks noGrp="1"/>
          </p:cNvSpPr>
          <p:nvPr>
            <p:ph type="title"/>
          </p:nvPr>
        </p:nvSpPr>
        <p:spPr>
          <a:xfrm>
            <a:off x="1430133" y="761100"/>
            <a:ext cx="40784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76" name="Google Shape;876;p14"/>
          <p:cNvSpPr txBox="1">
            <a:spLocks noGrp="1"/>
          </p:cNvSpPr>
          <p:nvPr>
            <p:ph type="subTitle" idx="1"/>
          </p:nvPr>
        </p:nvSpPr>
        <p:spPr>
          <a:xfrm>
            <a:off x="1430133" y="1423100"/>
            <a:ext cx="4078400" cy="11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877" name="Google Shape;877;p14"/>
          <p:cNvSpPr>
            <a:spLocks noGrp="1"/>
          </p:cNvSpPr>
          <p:nvPr>
            <p:ph type="pic" idx="2"/>
          </p:nvPr>
        </p:nvSpPr>
        <p:spPr>
          <a:xfrm>
            <a:off x="6448733" y="761089"/>
            <a:ext cx="4547200" cy="5154400"/>
          </a:xfrm>
          <a:prstGeom prst="rect">
            <a:avLst/>
          </a:prstGeom>
          <a:noFill/>
          <a:ln>
            <a:noFill/>
          </a:ln>
        </p:spPr>
      </p:sp>
      <p:sp>
        <p:nvSpPr>
          <p:cNvPr id="878" name="Google Shape;878;p14"/>
          <p:cNvSpPr>
            <a:spLocks noGrp="1"/>
          </p:cNvSpPr>
          <p:nvPr>
            <p:ph type="pic" idx="3"/>
          </p:nvPr>
        </p:nvSpPr>
        <p:spPr>
          <a:xfrm>
            <a:off x="1195733" y="3046689"/>
            <a:ext cx="4547200" cy="2868800"/>
          </a:xfrm>
          <a:prstGeom prst="rect">
            <a:avLst/>
          </a:prstGeom>
          <a:noFill/>
          <a:ln>
            <a:noFill/>
          </a:ln>
        </p:spPr>
      </p:sp>
      <p:grpSp>
        <p:nvGrpSpPr>
          <p:cNvPr id="879" name="Google Shape;879;p14"/>
          <p:cNvGrpSpPr/>
          <p:nvPr/>
        </p:nvGrpSpPr>
        <p:grpSpPr>
          <a:xfrm>
            <a:off x="9912366" y="-451455"/>
            <a:ext cx="2951401" cy="1135736"/>
            <a:chOff x="3352611" y="546734"/>
            <a:chExt cx="2213551" cy="851802"/>
          </a:xfrm>
        </p:grpSpPr>
        <p:sp>
          <p:nvSpPr>
            <p:cNvPr id="880" name="Google Shape;880;p1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81" name="Google Shape;881;p14"/>
            <p:cNvGrpSpPr/>
            <p:nvPr/>
          </p:nvGrpSpPr>
          <p:grpSpPr>
            <a:xfrm>
              <a:off x="3352611" y="546734"/>
              <a:ext cx="2077576" cy="851802"/>
              <a:chOff x="3352611" y="546734"/>
              <a:chExt cx="2077576" cy="851802"/>
            </a:xfrm>
          </p:grpSpPr>
          <p:sp>
            <p:nvSpPr>
              <p:cNvPr id="882" name="Google Shape;882;p1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1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1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1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1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1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1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1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0" name="Google Shape;890;p1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891" name="Google Shape;891;p14"/>
          <p:cNvGrpSpPr/>
          <p:nvPr/>
        </p:nvGrpSpPr>
        <p:grpSpPr>
          <a:xfrm flipH="1">
            <a:off x="11241201" y="2718039"/>
            <a:ext cx="2311672" cy="597828"/>
            <a:chOff x="279488" y="3058414"/>
            <a:chExt cx="1733754" cy="448371"/>
          </a:xfrm>
        </p:grpSpPr>
        <p:sp>
          <p:nvSpPr>
            <p:cNvPr id="892" name="Google Shape;892;p1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3" name="Google Shape;893;p1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4" name="Google Shape;894;p1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5" name="Google Shape;895;p1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6" name="Google Shape;896;p1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7" name="Google Shape;897;p1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8" name="Google Shape;898;p1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9" name="Google Shape;899;p1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00" name="Google Shape;900;p14"/>
          <p:cNvGrpSpPr/>
          <p:nvPr/>
        </p:nvGrpSpPr>
        <p:grpSpPr>
          <a:xfrm flipH="1">
            <a:off x="-953810" y="4091529"/>
            <a:ext cx="2012311" cy="520409"/>
            <a:chOff x="279488" y="3058414"/>
            <a:chExt cx="1733754" cy="448371"/>
          </a:xfrm>
        </p:grpSpPr>
        <p:sp>
          <p:nvSpPr>
            <p:cNvPr id="901" name="Google Shape;901;p1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1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1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1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1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1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1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1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09" name="Google Shape;909;p14"/>
          <p:cNvGrpSpPr/>
          <p:nvPr/>
        </p:nvGrpSpPr>
        <p:grpSpPr>
          <a:xfrm>
            <a:off x="5313642" y="66471"/>
            <a:ext cx="1189765" cy="501384"/>
            <a:chOff x="605081" y="4084003"/>
            <a:chExt cx="892324" cy="376038"/>
          </a:xfrm>
        </p:grpSpPr>
        <p:sp>
          <p:nvSpPr>
            <p:cNvPr id="910" name="Google Shape;910;p14"/>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14"/>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14"/>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14"/>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14"/>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15" name="Google Shape;915;p14"/>
          <p:cNvSpPr/>
          <p:nvPr/>
        </p:nvSpPr>
        <p:spPr>
          <a:xfrm>
            <a:off x="-2574234" y="5349651"/>
            <a:ext cx="17094067" cy="2637933"/>
          </a:xfrm>
          <a:custGeom>
            <a:avLst/>
            <a:gdLst/>
            <a:ahLst/>
            <a:cxnLst/>
            <a:rect l="l" t="t" r="r" b="b"/>
            <a:pathLst>
              <a:path w="512822" h="79138" extrusionOk="0">
                <a:moveTo>
                  <a:pt x="483346" y="14905"/>
                </a:moveTo>
                <a:cubicBezTo>
                  <a:pt x="478306" y="6610"/>
                  <a:pt x="474629" y="19582"/>
                  <a:pt x="453107" y="20689"/>
                </a:cubicBezTo>
                <a:cubicBezTo>
                  <a:pt x="431585" y="21796"/>
                  <a:pt x="393555" y="21072"/>
                  <a:pt x="354213" y="21548"/>
                </a:cubicBezTo>
                <a:cubicBezTo>
                  <a:pt x="314871" y="22024"/>
                  <a:pt x="251371" y="23146"/>
                  <a:pt x="217053" y="23543"/>
                </a:cubicBezTo>
                <a:cubicBezTo>
                  <a:pt x="182735" y="23940"/>
                  <a:pt x="178316" y="24305"/>
                  <a:pt x="148307" y="23931"/>
                </a:cubicBezTo>
                <a:cubicBezTo>
                  <a:pt x="118298" y="23557"/>
                  <a:pt x="58561" y="24982"/>
                  <a:pt x="36999" y="21299"/>
                </a:cubicBezTo>
                <a:cubicBezTo>
                  <a:pt x="15437" y="17616"/>
                  <a:pt x="21945" y="-6795"/>
                  <a:pt x="18934" y="1834"/>
                </a:cubicBezTo>
                <a:cubicBezTo>
                  <a:pt x="15923" y="10463"/>
                  <a:pt x="15537" y="60764"/>
                  <a:pt x="18934" y="73073"/>
                </a:cubicBezTo>
                <a:cubicBezTo>
                  <a:pt x="22332" y="85382"/>
                  <a:pt x="-37344" y="75034"/>
                  <a:pt x="39319" y="75687"/>
                </a:cubicBezTo>
                <a:cubicBezTo>
                  <a:pt x="115983" y="76341"/>
                  <a:pt x="404911" y="77866"/>
                  <a:pt x="478915" y="76994"/>
                </a:cubicBezTo>
                <a:cubicBezTo>
                  <a:pt x="552920" y="76123"/>
                  <a:pt x="482608" y="80806"/>
                  <a:pt x="483346" y="70458"/>
                </a:cubicBezTo>
                <a:cubicBezTo>
                  <a:pt x="484085" y="60110"/>
                  <a:pt x="488386" y="23200"/>
                  <a:pt x="483346" y="14905"/>
                </a:cubicBezTo>
                <a:close/>
              </a:path>
            </a:pathLst>
          </a:custGeom>
          <a:solidFill>
            <a:srgbClr val="A9874B">
              <a:alpha val="33930"/>
            </a:srgbClr>
          </a:solidFill>
          <a:ln>
            <a:noFill/>
          </a:ln>
        </p:spPr>
      </p:sp>
      <p:sp>
        <p:nvSpPr>
          <p:cNvPr id="916" name="Google Shape;916;p14"/>
          <p:cNvSpPr/>
          <p:nvPr/>
        </p:nvSpPr>
        <p:spPr>
          <a:xfrm>
            <a:off x="-1618128" y="5517987"/>
            <a:ext cx="15528800" cy="2669367"/>
          </a:xfrm>
          <a:custGeom>
            <a:avLst/>
            <a:gdLst/>
            <a:ahLst/>
            <a:cxnLst/>
            <a:rect l="l" t="t" r="r" b="b"/>
            <a:pathLst>
              <a:path w="465864" h="80081" extrusionOk="0">
                <a:moveTo>
                  <a:pt x="26777" y="15848"/>
                </a:moveTo>
                <a:cubicBezTo>
                  <a:pt x="32512" y="6610"/>
                  <a:pt x="37702" y="14338"/>
                  <a:pt x="61185" y="15972"/>
                </a:cubicBezTo>
                <a:cubicBezTo>
                  <a:pt x="84668" y="17606"/>
                  <a:pt x="136373" y="25782"/>
                  <a:pt x="167674" y="25652"/>
                </a:cubicBezTo>
                <a:cubicBezTo>
                  <a:pt x="198975" y="25522"/>
                  <a:pt x="222825" y="16175"/>
                  <a:pt x="248992" y="15194"/>
                </a:cubicBezTo>
                <a:cubicBezTo>
                  <a:pt x="275159" y="14214"/>
                  <a:pt x="294503" y="19801"/>
                  <a:pt x="324674" y="19769"/>
                </a:cubicBezTo>
                <a:cubicBezTo>
                  <a:pt x="354846" y="19737"/>
                  <a:pt x="409356" y="17834"/>
                  <a:pt x="430021" y="15002"/>
                </a:cubicBezTo>
                <a:cubicBezTo>
                  <a:pt x="450686" y="12170"/>
                  <a:pt x="445557" y="-7059"/>
                  <a:pt x="448664" y="2777"/>
                </a:cubicBezTo>
                <a:cubicBezTo>
                  <a:pt x="451771" y="12613"/>
                  <a:pt x="451750" y="61707"/>
                  <a:pt x="448664" y="74016"/>
                </a:cubicBezTo>
                <a:cubicBezTo>
                  <a:pt x="445578" y="86325"/>
                  <a:pt x="499790" y="75977"/>
                  <a:pt x="430146" y="76630"/>
                </a:cubicBezTo>
                <a:cubicBezTo>
                  <a:pt x="360502" y="77284"/>
                  <a:pt x="98030" y="78809"/>
                  <a:pt x="30802" y="77937"/>
                </a:cubicBezTo>
                <a:cubicBezTo>
                  <a:pt x="-36426" y="77066"/>
                  <a:pt x="27448" y="81749"/>
                  <a:pt x="26777" y="71401"/>
                </a:cubicBezTo>
                <a:cubicBezTo>
                  <a:pt x="26106" y="61053"/>
                  <a:pt x="21042" y="25086"/>
                  <a:pt x="26777" y="15848"/>
                </a:cubicBezTo>
                <a:close/>
              </a:path>
            </a:pathLst>
          </a:custGeom>
          <a:solidFill>
            <a:schemeClr val="dk2"/>
          </a:solidFill>
          <a:ln>
            <a:noFill/>
          </a:ln>
        </p:spPr>
      </p:sp>
      <p:grpSp>
        <p:nvGrpSpPr>
          <p:cNvPr id="917" name="Google Shape;917;p14"/>
          <p:cNvGrpSpPr/>
          <p:nvPr/>
        </p:nvGrpSpPr>
        <p:grpSpPr>
          <a:xfrm>
            <a:off x="11141422" y="5410148"/>
            <a:ext cx="493249" cy="728643"/>
            <a:chOff x="-287452" y="1948281"/>
            <a:chExt cx="325850" cy="481355"/>
          </a:xfrm>
        </p:grpSpPr>
        <p:sp>
          <p:nvSpPr>
            <p:cNvPr id="918" name="Google Shape;918;p14"/>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14"/>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0" name="Google Shape;920;p14"/>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1" name="Google Shape;921;p14"/>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22" name="Google Shape;922;p14"/>
          <p:cNvGrpSpPr/>
          <p:nvPr/>
        </p:nvGrpSpPr>
        <p:grpSpPr>
          <a:xfrm>
            <a:off x="-27200" y="6183535"/>
            <a:ext cx="12246400" cy="686699"/>
            <a:chOff x="-20400" y="4637651"/>
            <a:chExt cx="9184800" cy="515024"/>
          </a:xfrm>
        </p:grpSpPr>
        <p:sp>
          <p:nvSpPr>
            <p:cNvPr id="923" name="Google Shape;923;p14"/>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24" name="Google Shape;924;p14"/>
            <p:cNvGrpSpPr/>
            <p:nvPr/>
          </p:nvGrpSpPr>
          <p:grpSpPr>
            <a:xfrm>
              <a:off x="335951" y="4637651"/>
              <a:ext cx="8472099" cy="486325"/>
              <a:chOff x="432948" y="4542401"/>
              <a:chExt cx="8472099" cy="486325"/>
            </a:xfrm>
          </p:grpSpPr>
          <p:sp>
            <p:nvSpPr>
              <p:cNvPr id="925" name="Google Shape;925;p14"/>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6" name="Google Shape;926;p14"/>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7" name="Google Shape;927;p14"/>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8" name="Google Shape;928;p14"/>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14"/>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14"/>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14"/>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14"/>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14"/>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4" name="Google Shape;934;p14"/>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5" name="Google Shape;935;p14"/>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6" name="Google Shape;936;p14"/>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7" name="Google Shape;937;p14"/>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8" name="Google Shape;938;p14"/>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9" name="Google Shape;939;p14"/>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0" name="Google Shape;940;p14"/>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1" name="Google Shape;941;p14"/>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2" name="Google Shape;942;p14"/>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3" name="Google Shape;943;p14"/>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4" name="Google Shape;944;p14"/>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5" name="Google Shape;945;p14"/>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14"/>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14"/>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14"/>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14"/>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14"/>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14"/>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14"/>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14"/>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4" name="Google Shape;954;p14"/>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5" name="Google Shape;955;p14"/>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14"/>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14"/>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14"/>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14"/>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14"/>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14"/>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962" name="Google Shape;962;p14"/>
          <p:cNvGrpSpPr/>
          <p:nvPr/>
        </p:nvGrpSpPr>
        <p:grpSpPr>
          <a:xfrm>
            <a:off x="375960" y="5301411"/>
            <a:ext cx="391536" cy="825199"/>
            <a:chOff x="659672" y="1912000"/>
            <a:chExt cx="262823" cy="553923"/>
          </a:xfrm>
        </p:grpSpPr>
        <p:sp>
          <p:nvSpPr>
            <p:cNvPr id="963" name="Google Shape;963;p1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14"/>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65" name="Google Shape;965;p14"/>
          <p:cNvGrpSpPr/>
          <p:nvPr/>
        </p:nvGrpSpPr>
        <p:grpSpPr>
          <a:xfrm>
            <a:off x="-1365967" y="-98355"/>
            <a:ext cx="2951401" cy="1135736"/>
            <a:chOff x="3352611" y="546734"/>
            <a:chExt cx="2213551" cy="851802"/>
          </a:xfrm>
        </p:grpSpPr>
        <p:sp>
          <p:nvSpPr>
            <p:cNvPr id="966" name="Google Shape;966;p1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67" name="Google Shape;967;p14"/>
            <p:cNvGrpSpPr/>
            <p:nvPr/>
          </p:nvGrpSpPr>
          <p:grpSpPr>
            <a:xfrm>
              <a:off x="3352611" y="546734"/>
              <a:ext cx="2077576" cy="851802"/>
              <a:chOff x="3352611" y="546734"/>
              <a:chExt cx="2077576" cy="851802"/>
            </a:xfrm>
          </p:grpSpPr>
          <p:sp>
            <p:nvSpPr>
              <p:cNvPr id="968" name="Google Shape;968;p1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9" name="Google Shape;969;p1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0" name="Google Shape;970;p1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1" name="Google Shape;971;p1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2" name="Google Shape;972;p1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3" name="Google Shape;973;p1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4" name="Google Shape;974;p1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1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1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639838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977"/>
        <p:cNvGrpSpPr/>
        <p:nvPr/>
      </p:nvGrpSpPr>
      <p:grpSpPr>
        <a:xfrm>
          <a:off x="0" y="0"/>
          <a:ext cx="0" cy="0"/>
          <a:chOff x="0" y="0"/>
          <a:chExt cx="0" cy="0"/>
        </a:xfrm>
      </p:grpSpPr>
      <p:sp>
        <p:nvSpPr>
          <p:cNvPr id="978" name="Google Shape;978;p15"/>
          <p:cNvSpPr txBox="1">
            <a:spLocks noGrp="1"/>
          </p:cNvSpPr>
          <p:nvPr>
            <p:ph type="title"/>
          </p:nvPr>
        </p:nvSpPr>
        <p:spPr>
          <a:xfrm>
            <a:off x="4290449" y="1592900"/>
            <a:ext cx="66584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79" name="Google Shape;979;p15"/>
          <p:cNvSpPr txBox="1">
            <a:spLocks noGrp="1"/>
          </p:cNvSpPr>
          <p:nvPr>
            <p:ph type="subTitle" idx="1"/>
          </p:nvPr>
        </p:nvSpPr>
        <p:spPr>
          <a:xfrm>
            <a:off x="4290500" y="2356519"/>
            <a:ext cx="6658400" cy="250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AutoNum type="arabicPeriod"/>
              <a:defRPr sz="1600"/>
            </a:lvl1pPr>
            <a:lvl2pPr lvl="1" algn="ctr" rtl="0">
              <a:lnSpc>
                <a:spcPct val="100000"/>
              </a:lnSpc>
              <a:spcBef>
                <a:spcPts val="1333"/>
              </a:spcBef>
              <a:spcAft>
                <a:spcPts val="0"/>
              </a:spcAft>
              <a:buSzPts val="1400"/>
              <a:buAutoNum type="alphaLcPeriod"/>
              <a:defRPr/>
            </a:lvl2pPr>
            <a:lvl3pPr lvl="2" algn="ctr" rtl="0">
              <a:lnSpc>
                <a:spcPct val="100000"/>
              </a:lnSpc>
              <a:spcBef>
                <a:spcPts val="2133"/>
              </a:spcBef>
              <a:spcAft>
                <a:spcPts val="0"/>
              </a:spcAft>
              <a:buSzPts val="1400"/>
              <a:buAutoNum type="romanLcPeriod"/>
              <a:defRPr/>
            </a:lvl3pPr>
            <a:lvl4pPr lvl="3" algn="ctr" rtl="0">
              <a:lnSpc>
                <a:spcPct val="100000"/>
              </a:lnSpc>
              <a:spcBef>
                <a:spcPts val="2133"/>
              </a:spcBef>
              <a:spcAft>
                <a:spcPts val="0"/>
              </a:spcAft>
              <a:buSzPts val="1400"/>
              <a:buAutoNum type="arabicPeriod"/>
              <a:defRPr/>
            </a:lvl4pPr>
            <a:lvl5pPr lvl="4" algn="ctr" rtl="0">
              <a:lnSpc>
                <a:spcPct val="100000"/>
              </a:lnSpc>
              <a:spcBef>
                <a:spcPts val="2133"/>
              </a:spcBef>
              <a:spcAft>
                <a:spcPts val="0"/>
              </a:spcAft>
              <a:buSzPts val="1400"/>
              <a:buAutoNum type="alphaLcPeriod"/>
              <a:defRPr/>
            </a:lvl5pPr>
            <a:lvl6pPr lvl="5" algn="ctr" rtl="0">
              <a:lnSpc>
                <a:spcPct val="100000"/>
              </a:lnSpc>
              <a:spcBef>
                <a:spcPts val="2133"/>
              </a:spcBef>
              <a:spcAft>
                <a:spcPts val="0"/>
              </a:spcAft>
              <a:buSzPts val="1400"/>
              <a:buAutoNum type="romanLcPeriod"/>
              <a:defRPr/>
            </a:lvl6pPr>
            <a:lvl7pPr lvl="6" algn="ctr" rtl="0">
              <a:lnSpc>
                <a:spcPct val="100000"/>
              </a:lnSpc>
              <a:spcBef>
                <a:spcPts val="2133"/>
              </a:spcBef>
              <a:spcAft>
                <a:spcPts val="0"/>
              </a:spcAft>
              <a:buSzPts val="1400"/>
              <a:buAutoNum type="arabicPeriod"/>
              <a:defRPr/>
            </a:lvl7pPr>
            <a:lvl8pPr lvl="7" algn="ctr" rtl="0">
              <a:lnSpc>
                <a:spcPct val="100000"/>
              </a:lnSpc>
              <a:spcBef>
                <a:spcPts val="2133"/>
              </a:spcBef>
              <a:spcAft>
                <a:spcPts val="0"/>
              </a:spcAft>
              <a:buSzPts val="1400"/>
              <a:buAutoNum type="alphaLcPeriod"/>
              <a:defRPr/>
            </a:lvl8pPr>
            <a:lvl9pPr lvl="8" algn="ctr" rtl="0">
              <a:lnSpc>
                <a:spcPct val="100000"/>
              </a:lnSpc>
              <a:spcBef>
                <a:spcPts val="2133"/>
              </a:spcBef>
              <a:spcAft>
                <a:spcPts val="2133"/>
              </a:spcAft>
              <a:buSzPts val="1400"/>
              <a:buAutoNum type="romanLcPeriod"/>
              <a:defRPr/>
            </a:lvl9pPr>
          </a:lstStyle>
          <a:p>
            <a:r>
              <a:rPr lang="en-US"/>
              <a:t>Click to edit Master subtitle style</a:t>
            </a:r>
            <a:endParaRPr/>
          </a:p>
        </p:txBody>
      </p:sp>
      <p:sp>
        <p:nvSpPr>
          <p:cNvPr id="980" name="Google Shape;980;p15"/>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981" name="Google Shape;981;p15"/>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982" name="Google Shape;982;p15"/>
          <p:cNvGrpSpPr/>
          <p:nvPr/>
        </p:nvGrpSpPr>
        <p:grpSpPr>
          <a:xfrm>
            <a:off x="5936089" y="5454981"/>
            <a:ext cx="493249" cy="728643"/>
            <a:chOff x="-287452" y="1948281"/>
            <a:chExt cx="325850" cy="481355"/>
          </a:xfrm>
        </p:grpSpPr>
        <p:sp>
          <p:nvSpPr>
            <p:cNvPr id="983" name="Google Shape;983;p15"/>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15"/>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15"/>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15"/>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87" name="Google Shape;987;p15"/>
          <p:cNvGrpSpPr/>
          <p:nvPr/>
        </p:nvGrpSpPr>
        <p:grpSpPr>
          <a:xfrm>
            <a:off x="11532179" y="4951348"/>
            <a:ext cx="493231" cy="1039529"/>
            <a:chOff x="659672" y="1912000"/>
            <a:chExt cx="262823" cy="553923"/>
          </a:xfrm>
        </p:grpSpPr>
        <p:sp>
          <p:nvSpPr>
            <p:cNvPr id="988" name="Google Shape;988;p1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9" name="Google Shape;989;p1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90" name="Google Shape;990;p15"/>
          <p:cNvGrpSpPr/>
          <p:nvPr/>
        </p:nvGrpSpPr>
        <p:grpSpPr>
          <a:xfrm>
            <a:off x="-27200" y="6183535"/>
            <a:ext cx="12246400" cy="686699"/>
            <a:chOff x="-20400" y="4637651"/>
            <a:chExt cx="9184800" cy="515024"/>
          </a:xfrm>
        </p:grpSpPr>
        <p:sp>
          <p:nvSpPr>
            <p:cNvPr id="991" name="Google Shape;991;p15"/>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92" name="Google Shape;992;p15"/>
            <p:cNvGrpSpPr/>
            <p:nvPr/>
          </p:nvGrpSpPr>
          <p:grpSpPr>
            <a:xfrm>
              <a:off x="335951" y="4637651"/>
              <a:ext cx="8472099" cy="486325"/>
              <a:chOff x="432948" y="4542401"/>
              <a:chExt cx="8472099" cy="486325"/>
            </a:xfrm>
          </p:grpSpPr>
          <p:sp>
            <p:nvSpPr>
              <p:cNvPr id="993" name="Google Shape;993;p15"/>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15"/>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15"/>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15"/>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15"/>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15"/>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15"/>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15"/>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15"/>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15"/>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15"/>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15"/>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15"/>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15"/>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15"/>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8" name="Google Shape;1008;p15"/>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9" name="Google Shape;1009;p15"/>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0" name="Google Shape;1010;p15"/>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1" name="Google Shape;1011;p15"/>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2" name="Google Shape;1012;p15"/>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3" name="Google Shape;1013;p15"/>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4" name="Google Shape;1014;p15"/>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5" name="Google Shape;1015;p15"/>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6" name="Google Shape;1016;p15"/>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7" name="Google Shape;1017;p15"/>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8" name="Google Shape;1018;p15"/>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9" name="Google Shape;1019;p15"/>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0" name="Google Shape;1020;p15"/>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1" name="Google Shape;1021;p15"/>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2" name="Google Shape;1022;p15"/>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3" name="Google Shape;1023;p15"/>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4" name="Google Shape;1024;p15"/>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5" name="Google Shape;1025;p15"/>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6" name="Google Shape;1026;p15"/>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7" name="Google Shape;1027;p15"/>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15"/>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15"/>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30" name="Google Shape;1030;p15"/>
          <p:cNvGrpSpPr/>
          <p:nvPr/>
        </p:nvGrpSpPr>
        <p:grpSpPr>
          <a:xfrm>
            <a:off x="218543" y="5058511"/>
            <a:ext cx="391536" cy="825199"/>
            <a:chOff x="659672" y="1912000"/>
            <a:chExt cx="262823" cy="553923"/>
          </a:xfrm>
        </p:grpSpPr>
        <p:sp>
          <p:nvSpPr>
            <p:cNvPr id="1031" name="Google Shape;1031;p1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1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3" name="Google Shape;1033;p15"/>
          <p:cNvGrpSpPr/>
          <p:nvPr/>
        </p:nvGrpSpPr>
        <p:grpSpPr>
          <a:xfrm>
            <a:off x="6629815" y="-68388"/>
            <a:ext cx="2951401" cy="1135736"/>
            <a:chOff x="3352611" y="546734"/>
            <a:chExt cx="2213551" cy="851802"/>
          </a:xfrm>
        </p:grpSpPr>
        <p:sp>
          <p:nvSpPr>
            <p:cNvPr id="1034" name="Google Shape;1034;p15"/>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35" name="Google Shape;1035;p15"/>
            <p:cNvGrpSpPr/>
            <p:nvPr/>
          </p:nvGrpSpPr>
          <p:grpSpPr>
            <a:xfrm>
              <a:off x="3352611" y="546734"/>
              <a:ext cx="2077576" cy="851802"/>
              <a:chOff x="3352611" y="546734"/>
              <a:chExt cx="2077576" cy="851802"/>
            </a:xfrm>
          </p:grpSpPr>
          <p:sp>
            <p:nvSpPr>
              <p:cNvPr id="1036" name="Google Shape;1036;p15"/>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15"/>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15"/>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15"/>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15"/>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15"/>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15"/>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15"/>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4" name="Google Shape;1044;p15"/>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45" name="Google Shape;1045;p15"/>
          <p:cNvGrpSpPr/>
          <p:nvPr/>
        </p:nvGrpSpPr>
        <p:grpSpPr>
          <a:xfrm>
            <a:off x="-182071" y="-191961"/>
            <a:ext cx="1536100" cy="1062463"/>
            <a:chOff x="605071" y="918504"/>
            <a:chExt cx="1152075" cy="796847"/>
          </a:xfrm>
        </p:grpSpPr>
        <p:sp>
          <p:nvSpPr>
            <p:cNvPr id="1046" name="Google Shape;1046;p15"/>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15"/>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15"/>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15"/>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0" name="Google Shape;1050;p15"/>
          <p:cNvGrpSpPr/>
          <p:nvPr/>
        </p:nvGrpSpPr>
        <p:grpSpPr>
          <a:xfrm>
            <a:off x="11241195" y="3358865"/>
            <a:ext cx="2131459" cy="1005080"/>
            <a:chOff x="6734221" y="539399"/>
            <a:chExt cx="1598594" cy="753810"/>
          </a:xfrm>
        </p:grpSpPr>
        <p:sp>
          <p:nvSpPr>
            <p:cNvPr id="1051" name="Google Shape;1051;p1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1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1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4" name="Google Shape;1054;p1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5" name="Google Shape;1055;p1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1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1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8" name="Google Shape;1058;p1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9" name="Google Shape;1059;p1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966113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060"/>
        <p:cNvGrpSpPr/>
        <p:nvPr/>
      </p:nvGrpSpPr>
      <p:grpSpPr>
        <a:xfrm>
          <a:off x="0" y="0"/>
          <a:ext cx="0" cy="0"/>
          <a:chOff x="0" y="0"/>
          <a:chExt cx="0" cy="0"/>
        </a:xfrm>
      </p:grpSpPr>
      <p:sp>
        <p:nvSpPr>
          <p:cNvPr id="1061" name="Google Shape;1061;p16"/>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62" name="Google Shape;1062;p16"/>
          <p:cNvSpPr txBox="1">
            <a:spLocks noGrp="1"/>
          </p:cNvSpPr>
          <p:nvPr>
            <p:ph type="body" idx="1"/>
          </p:nvPr>
        </p:nvSpPr>
        <p:spPr>
          <a:xfrm>
            <a:off x="960000" y="1621000"/>
            <a:ext cx="10272000" cy="2068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2pPr>
            <a:lvl3pPr marL="1828754" lvl="2"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3pPr>
            <a:lvl4pPr marL="2438339" lvl="3"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4pPr>
            <a:lvl5pPr marL="3047924" lvl="4"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5pPr>
            <a:lvl6pPr marL="3657509" lvl="5"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6pPr>
            <a:lvl7pPr marL="4267093" lvl="6"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7pPr>
            <a:lvl8pPr marL="4876678" lvl="7"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8pPr>
            <a:lvl9pPr marL="5486263" lvl="8" indent="-406390" rtl="0">
              <a:lnSpc>
                <a:spcPct val="115000"/>
              </a:lnSpc>
              <a:spcBef>
                <a:spcPts val="2133"/>
              </a:spcBef>
              <a:spcAft>
                <a:spcPts val="2133"/>
              </a:spcAft>
              <a:buClr>
                <a:schemeClr val="dk1"/>
              </a:buClr>
              <a:buSzPts val="1200"/>
              <a:buFont typeface="Roboto Condensed Light"/>
              <a:buChar char="■"/>
              <a:defRPr sz="1600">
                <a:solidFill>
                  <a:schemeClr val="dk1"/>
                </a:solidFill>
              </a:defRPr>
            </a:lvl9pPr>
          </a:lstStyle>
          <a:p>
            <a:pPr lvl="0"/>
            <a:r>
              <a:rPr lang="en-US"/>
              <a:t>Click to edit Master text styles</a:t>
            </a:r>
          </a:p>
        </p:txBody>
      </p:sp>
      <p:grpSp>
        <p:nvGrpSpPr>
          <p:cNvPr id="1063" name="Google Shape;1063;p16"/>
          <p:cNvGrpSpPr/>
          <p:nvPr/>
        </p:nvGrpSpPr>
        <p:grpSpPr>
          <a:xfrm>
            <a:off x="9912366" y="-451455"/>
            <a:ext cx="2951401" cy="1135736"/>
            <a:chOff x="3352611" y="546734"/>
            <a:chExt cx="2213551" cy="851802"/>
          </a:xfrm>
        </p:grpSpPr>
        <p:sp>
          <p:nvSpPr>
            <p:cNvPr id="1064" name="Google Shape;1064;p16"/>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65" name="Google Shape;1065;p16"/>
            <p:cNvGrpSpPr/>
            <p:nvPr/>
          </p:nvGrpSpPr>
          <p:grpSpPr>
            <a:xfrm>
              <a:off x="3352611" y="546734"/>
              <a:ext cx="2077576" cy="851802"/>
              <a:chOff x="3352611" y="546734"/>
              <a:chExt cx="2077576" cy="851802"/>
            </a:xfrm>
          </p:grpSpPr>
          <p:sp>
            <p:nvSpPr>
              <p:cNvPr id="1066" name="Google Shape;1066;p16"/>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16"/>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16"/>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16"/>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16"/>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16"/>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16"/>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16"/>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16"/>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75" name="Google Shape;1075;p16"/>
          <p:cNvGrpSpPr/>
          <p:nvPr/>
        </p:nvGrpSpPr>
        <p:grpSpPr>
          <a:xfrm flipH="1">
            <a:off x="11241201" y="2718039"/>
            <a:ext cx="2311672" cy="597828"/>
            <a:chOff x="279488" y="3058414"/>
            <a:chExt cx="1733754" cy="448371"/>
          </a:xfrm>
        </p:grpSpPr>
        <p:sp>
          <p:nvSpPr>
            <p:cNvPr id="1076" name="Google Shape;1076;p1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7" name="Google Shape;1077;p1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1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1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1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1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1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1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84" name="Google Shape;1084;p16"/>
          <p:cNvGrpSpPr/>
          <p:nvPr/>
        </p:nvGrpSpPr>
        <p:grpSpPr>
          <a:xfrm flipH="1">
            <a:off x="-953810" y="4091529"/>
            <a:ext cx="2012311" cy="520409"/>
            <a:chOff x="279488" y="3058414"/>
            <a:chExt cx="1733754" cy="448371"/>
          </a:xfrm>
        </p:grpSpPr>
        <p:sp>
          <p:nvSpPr>
            <p:cNvPr id="1085" name="Google Shape;1085;p1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6" name="Google Shape;1086;p1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1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1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9" name="Google Shape;1089;p1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0" name="Google Shape;1090;p1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1" name="Google Shape;1091;p1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2" name="Google Shape;1092;p1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93" name="Google Shape;1093;p16"/>
          <p:cNvGrpSpPr/>
          <p:nvPr/>
        </p:nvGrpSpPr>
        <p:grpSpPr>
          <a:xfrm>
            <a:off x="5313642" y="66471"/>
            <a:ext cx="1189765" cy="501384"/>
            <a:chOff x="605081" y="4084003"/>
            <a:chExt cx="892324" cy="376038"/>
          </a:xfrm>
        </p:grpSpPr>
        <p:sp>
          <p:nvSpPr>
            <p:cNvPr id="1094" name="Google Shape;1094;p16"/>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5" name="Google Shape;1095;p16"/>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6" name="Google Shape;1096;p16"/>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7" name="Google Shape;1097;p16"/>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8" name="Google Shape;1098;p16"/>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99" name="Google Shape;1099;p16"/>
          <p:cNvSpPr/>
          <p:nvPr/>
        </p:nvSpPr>
        <p:spPr>
          <a:xfrm>
            <a:off x="-2574234" y="5349651"/>
            <a:ext cx="17094067" cy="2637933"/>
          </a:xfrm>
          <a:custGeom>
            <a:avLst/>
            <a:gdLst/>
            <a:ahLst/>
            <a:cxnLst/>
            <a:rect l="l" t="t" r="r" b="b"/>
            <a:pathLst>
              <a:path w="512822" h="79138" extrusionOk="0">
                <a:moveTo>
                  <a:pt x="483346" y="14905"/>
                </a:moveTo>
                <a:cubicBezTo>
                  <a:pt x="478306" y="6610"/>
                  <a:pt x="474629" y="19582"/>
                  <a:pt x="453107" y="20689"/>
                </a:cubicBezTo>
                <a:cubicBezTo>
                  <a:pt x="431585" y="21796"/>
                  <a:pt x="393555" y="21072"/>
                  <a:pt x="354213" y="21548"/>
                </a:cubicBezTo>
                <a:cubicBezTo>
                  <a:pt x="314871" y="22024"/>
                  <a:pt x="251371" y="23146"/>
                  <a:pt x="217053" y="23543"/>
                </a:cubicBezTo>
                <a:cubicBezTo>
                  <a:pt x="182735" y="23940"/>
                  <a:pt x="178316" y="24305"/>
                  <a:pt x="148307" y="23931"/>
                </a:cubicBezTo>
                <a:cubicBezTo>
                  <a:pt x="118298" y="23557"/>
                  <a:pt x="58561" y="24982"/>
                  <a:pt x="36999" y="21299"/>
                </a:cubicBezTo>
                <a:cubicBezTo>
                  <a:pt x="15437" y="17616"/>
                  <a:pt x="21945" y="-6795"/>
                  <a:pt x="18934" y="1834"/>
                </a:cubicBezTo>
                <a:cubicBezTo>
                  <a:pt x="15923" y="10463"/>
                  <a:pt x="15537" y="60764"/>
                  <a:pt x="18934" y="73073"/>
                </a:cubicBezTo>
                <a:cubicBezTo>
                  <a:pt x="22332" y="85382"/>
                  <a:pt x="-37344" y="75034"/>
                  <a:pt x="39319" y="75687"/>
                </a:cubicBezTo>
                <a:cubicBezTo>
                  <a:pt x="115983" y="76341"/>
                  <a:pt x="404911" y="77866"/>
                  <a:pt x="478915" y="76994"/>
                </a:cubicBezTo>
                <a:cubicBezTo>
                  <a:pt x="552920" y="76123"/>
                  <a:pt x="482608" y="80806"/>
                  <a:pt x="483346" y="70458"/>
                </a:cubicBezTo>
                <a:cubicBezTo>
                  <a:pt x="484085" y="60110"/>
                  <a:pt x="488386" y="23200"/>
                  <a:pt x="483346" y="14905"/>
                </a:cubicBezTo>
                <a:close/>
              </a:path>
            </a:pathLst>
          </a:custGeom>
          <a:solidFill>
            <a:srgbClr val="A9874B">
              <a:alpha val="33930"/>
            </a:srgbClr>
          </a:solidFill>
          <a:ln>
            <a:noFill/>
          </a:ln>
        </p:spPr>
      </p:sp>
      <p:sp>
        <p:nvSpPr>
          <p:cNvPr id="1100" name="Google Shape;1100;p16"/>
          <p:cNvSpPr/>
          <p:nvPr/>
        </p:nvSpPr>
        <p:spPr>
          <a:xfrm>
            <a:off x="-1618128" y="5517987"/>
            <a:ext cx="15528800" cy="2669367"/>
          </a:xfrm>
          <a:custGeom>
            <a:avLst/>
            <a:gdLst/>
            <a:ahLst/>
            <a:cxnLst/>
            <a:rect l="l" t="t" r="r" b="b"/>
            <a:pathLst>
              <a:path w="465864" h="80081" extrusionOk="0">
                <a:moveTo>
                  <a:pt x="26777" y="15848"/>
                </a:moveTo>
                <a:cubicBezTo>
                  <a:pt x="32512" y="6610"/>
                  <a:pt x="38674" y="15025"/>
                  <a:pt x="61185" y="15972"/>
                </a:cubicBezTo>
                <a:cubicBezTo>
                  <a:pt x="83696" y="16919"/>
                  <a:pt x="130542" y="21658"/>
                  <a:pt x="161843" y="21528"/>
                </a:cubicBezTo>
                <a:cubicBezTo>
                  <a:pt x="193144" y="21398"/>
                  <a:pt x="221854" y="15487"/>
                  <a:pt x="248992" y="15194"/>
                </a:cubicBezTo>
                <a:cubicBezTo>
                  <a:pt x="276131" y="14901"/>
                  <a:pt x="294503" y="19801"/>
                  <a:pt x="324674" y="19769"/>
                </a:cubicBezTo>
                <a:cubicBezTo>
                  <a:pt x="354846" y="19737"/>
                  <a:pt x="409356" y="17834"/>
                  <a:pt x="430021" y="15002"/>
                </a:cubicBezTo>
                <a:cubicBezTo>
                  <a:pt x="450686" y="12170"/>
                  <a:pt x="445557" y="-7059"/>
                  <a:pt x="448664" y="2777"/>
                </a:cubicBezTo>
                <a:cubicBezTo>
                  <a:pt x="451771" y="12613"/>
                  <a:pt x="451750" y="61707"/>
                  <a:pt x="448664" y="74016"/>
                </a:cubicBezTo>
                <a:cubicBezTo>
                  <a:pt x="445578" y="86325"/>
                  <a:pt x="499790" y="75977"/>
                  <a:pt x="430146" y="76630"/>
                </a:cubicBezTo>
                <a:cubicBezTo>
                  <a:pt x="360502" y="77284"/>
                  <a:pt x="98030" y="78809"/>
                  <a:pt x="30802" y="77937"/>
                </a:cubicBezTo>
                <a:cubicBezTo>
                  <a:pt x="-36426" y="77066"/>
                  <a:pt x="27448" y="81749"/>
                  <a:pt x="26777" y="71401"/>
                </a:cubicBezTo>
                <a:cubicBezTo>
                  <a:pt x="26106" y="61053"/>
                  <a:pt x="21042" y="25086"/>
                  <a:pt x="26777" y="15848"/>
                </a:cubicBezTo>
                <a:close/>
              </a:path>
            </a:pathLst>
          </a:custGeom>
          <a:solidFill>
            <a:schemeClr val="dk2"/>
          </a:solidFill>
          <a:ln>
            <a:noFill/>
          </a:ln>
        </p:spPr>
      </p:sp>
      <p:grpSp>
        <p:nvGrpSpPr>
          <p:cNvPr id="1101" name="Google Shape;1101;p16"/>
          <p:cNvGrpSpPr/>
          <p:nvPr/>
        </p:nvGrpSpPr>
        <p:grpSpPr>
          <a:xfrm>
            <a:off x="11141422" y="5410148"/>
            <a:ext cx="493249" cy="728643"/>
            <a:chOff x="-287452" y="1948281"/>
            <a:chExt cx="325850" cy="481355"/>
          </a:xfrm>
        </p:grpSpPr>
        <p:sp>
          <p:nvSpPr>
            <p:cNvPr id="1102" name="Google Shape;1102;p16"/>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3" name="Google Shape;1103;p16"/>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4" name="Google Shape;1104;p16"/>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5" name="Google Shape;1105;p16"/>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06" name="Google Shape;1106;p16"/>
          <p:cNvGrpSpPr/>
          <p:nvPr/>
        </p:nvGrpSpPr>
        <p:grpSpPr>
          <a:xfrm>
            <a:off x="-27200" y="6183535"/>
            <a:ext cx="12246400" cy="686699"/>
            <a:chOff x="-20400" y="4637651"/>
            <a:chExt cx="9184800" cy="515024"/>
          </a:xfrm>
        </p:grpSpPr>
        <p:sp>
          <p:nvSpPr>
            <p:cNvPr id="1107" name="Google Shape;1107;p16"/>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08" name="Google Shape;1108;p16"/>
            <p:cNvGrpSpPr/>
            <p:nvPr/>
          </p:nvGrpSpPr>
          <p:grpSpPr>
            <a:xfrm>
              <a:off x="335951" y="4637651"/>
              <a:ext cx="8472099" cy="486325"/>
              <a:chOff x="432948" y="4542401"/>
              <a:chExt cx="8472099" cy="486325"/>
            </a:xfrm>
          </p:grpSpPr>
          <p:sp>
            <p:nvSpPr>
              <p:cNvPr id="1109" name="Google Shape;1109;p16"/>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16"/>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16"/>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16"/>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16"/>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16"/>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16"/>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16"/>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16"/>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16"/>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16"/>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16"/>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16"/>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16"/>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16"/>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16"/>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16"/>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16"/>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16"/>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16"/>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16"/>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0" name="Google Shape;1130;p16"/>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1" name="Google Shape;1131;p16"/>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16"/>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3" name="Google Shape;1133;p16"/>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4" name="Google Shape;1134;p16"/>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16"/>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16"/>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7" name="Google Shape;1137;p16"/>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8" name="Google Shape;1138;p16"/>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16"/>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0" name="Google Shape;1140;p16"/>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1" name="Google Shape;1141;p16"/>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2" name="Google Shape;1142;p16"/>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3" name="Google Shape;1143;p16"/>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4" name="Google Shape;1144;p16"/>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5" name="Google Shape;1145;p16"/>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146" name="Google Shape;1146;p16"/>
          <p:cNvGrpSpPr/>
          <p:nvPr/>
        </p:nvGrpSpPr>
        <p:grpSpPr>
          <a:xfrm>
            <a:off x="375960" y="5301411"/>
            <a:ext cx="391536" cy="825199"/>
            <a:chOff x="659672" y="1912000"/>
            <a:chExt cx="262823" cy="553923"/>
          </a:xfrm>
        </p:grpSpPr>
        <p:sp>
          <p:nvSpPr>
            <p:cNvPr id="1147" name="Google Shape;1147;p16"/>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8" name="Google Shape;1148;p16"/>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7914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149"/>
        <p:cNvGrpSpPr/>
        <p:nvPr/>
      </p:nvGrpSpPr>
      <p:grpSpPr>
        <a:xfrm>
          <a:off x="0" y="0"/>
          <a:ext cx="0" cy="0"/>
          <a:chOff x="0" y="0"/>
          <a:chExt cx="0" cy="0"/>
        </a:xfrm>
      </p:grpSpPr>
      <p:sp>
        <p:nvSpPr>
          <p:cNvPr id="1150" name="Google Shape;1150;p17"/>
          <p:cNvSpPr/>
          <p:nvPr/>
        </p:nvSpPr>
        <p:spPr>
          <a:xfrm>
            <a:off x="-2574234" y="5208367"/>
            <a:ext cx="17094067" cy="2779200"/>
          </a:xfrm>
          <a:custGeom>
            <a:avLst/>
            <a:gdLst/>
            <a:ahLst/>
            <a:cxnLst/>
            <a:rect l="l" t="t" r="r" b="b"/>
            <a:pathLst>
              <a:path w="512822" h="83376" extrusionOk="0">
                <a:moveTo>
                  <a:pt x="483346" y="19144"/>
                </a:moveTo>
                <a:cubicBezTo>
                  <a:pt x="478847" y="7427"/>
                  <a:pt x="479303" y="3655"/>
                  <a:pt x="456349" y="4397"/>
                </a:cubicBezTo>
                <a:cubicBezTo>
                  <a:pt x="433395" y="5140"/>
                  <a:pt x="386896" y="20482"/>
                  <a:pt x="345623" y="23599"/>
                </a:cubicBezTo>
                <a:cubicBezTo>
                  <a:pt x="304350" y="26716"/>
                  <a:pt x="245580" y="25677"/>
                  <a:pt x="208713" y="23100"/>
                </a:cubicBezTo>
                <a:cubicBezTo>
                  <a:pt x="171846" y="20523"/>
                  <a:pt x="152950" y="11303"/>
                  <a:pt x="124422" y="8138"/>
                </a:cubicBezTo>
                <a:cubicBezTo>
                  <a:pt x="95894" y="4973"/>
                  <a:pt x="55127" y="4456"/>
                  <a:pt x="37546" y="4112"/>
                </a:cubicBezTo>
                <a:cubicBezTo>
                  <a:pt x="19965" y="3768"/>
                  <a:pt x="22036" y="-6127"/>
                  <a:pt x="18934" y="6073"/>
                </a:cubicBezTo>
                <a:cubicBezTo>
                  <a:pt x="15832" y="18273"/>
                  <a:pt x="15537" y="65003"/>
                  <a:pt x="18934" y="77312"/>
                </a:cubicBezTo>
                <a:cubicBezTo>
                  <a:pt x="22332" y="89621"/>
                  <a:pt x="-37344" y="79273"/>
                  <a:pt x="39319" y="79926"/>
                </a:cubicBezTo>
                <a:cubicBezTo>
                  <a:pt x="115983" y="80580"/>
                  <a:pt x="404911" y="82105"/>
                  <a:pt x="478915" y="81233"/>
                </a:cubicBezTo>
                <a:cubicBezTo>
                  <a:pt x="552920" y="80362"/>
                  <a:pt x="482608" y="85045"/>
                  <a:pt x="483346" y="74697"/>
                </a:cubicBezTo>
                <a:cubicBezTo>
                  <a:pt x="484085" y="64349"/>
                  <a:pt x="487846" y="30861"/>
                  <a:pt x="483346" y="19144"/>
                </a:cubicBezTo>
                <a:close/>
              </a:path>
            </a:pathLst>
          </a:custGeom>
          <a:solidFill>
            <a:srgbClr val="A9874B">
              <a:alpha val="33930"/>
            </a:srgbClr>
          </a:solidFill>
          <a:ln>
            <a:noFill/>
          </a:ln>
        </p:spPr>
      </p:sp>
      <p:sp>
        <p:nvSpPr>
          <p:cNvPr id="1151" name="Google Shape;1151;p17"/>
          <p:cNvSpPr/>
          <p:nvPr/>
        </p:nvSpPr>
        <p:spPr>
          <a:xfrm>
            <a:off x="-1618128" y="5384693"/>
            <a:ext cx="15528800" cy="2802633"/>
          </a:xfrm>
          <a:custGeom>
            <a:avLst/>
            <a:gdLst/>
            <a:ahLst/>
            <a:cxnLst/>
            <a:rect l="l" t="t" r="r" b="b"/>
            <a:pathLst>
              <a:path w="465864" h="84079" extrusionOk="0">
                <a:moveTo>
                  <a:pt x="26777" y="19847"/>
                </a:moveTo>
                <a:cubicBezTo>
                  <a:pt x="34821" y="8254"/>
                  <a:pt x="55529" y="4392"/>
                  <a:pt x="75040" y="5840"/>
                </a:cubicBezTo>
                <a:cubicBezTo>
                  <a:pt x="94551" y="7288"/>
                  <a:pt x="110679" y="26830"/>
                  <a:pt x="143842" y="28534"/>
                </a:cubicBezTo>
                <a:cubicBezTo>
                  <a:pt x="177005" y="30238"/>
                  <a:pt x="232954" y="16896"/>
                  <a:pt x="274019" y="16065"/>
                </a:cubicBezTo>
                <a:cubicBezTo>
                  <a:pt x="315084" y="15234"/>
                  <a:pt x="363941" y="25421"/>
                  <a:pt x="390231" y="23546"/>
                </a:cubicBezTo>
                <a:cubicBezTo>
                  <a:pt x="416521" y="21671"/>
                  <a:pt x="422018" y="7610"/>
                  <a:pt x="431757" y="4815"/>
                </a:cubicBezTo>
                <a:cubicBezTo>
                  <a:pt x="441496" y="2020"/>
                  <a:pt x="445846" y="-5424"/>
                  <a:pt x="448664" y="6776"/>
                </a:cubicBezTo>
                <a:cubicBezTo>
                  <a:pt x="451482" y="18976"/>
                  <a:pt x="451750" y="65706"/>
                  <a:pt x="448664" y="78015"/>
                </a:cubicBezTo>
                <a:cubicBezTo>
                  <a:pt x="445578" y="90324"/>
                  <a:pt x="499790" y="79976"/>
                  <a:pt x="430146" y="80629"/>
                </a:cubicBezTo>
                <a:cubicBezTo>
                  <a:pt x="360502" y="81283"/>
                  <a:pt x="98030" y="82808"/>
                  <a:pt x="30802" y="81936"/>
                </a:cubicBezTo>
                <a:cubicBezTo>
                  <a:pt x="-36426" y="81065"/>
                  <a:pt x="27448" y="85748"/>
                  <a:pt x="26777" y="75400"/>
                </a:cubicBezTo>
                <a:cubicBezTo>
                  <a:pt x="26106" y="65052"/>
                  <a:pt x="18733" y="31440"/>
                  <a:pt x="26777" y="19847"/>
                </a:cubicBezTo>
                <a:close/>
              </a:path>
            </a:pathLst>
          </a:custGeom>
          <a:solidFill>
            <a:schemeClr val="dk2"/>
          </a:solidFill>
          <a:ln>
            <a:noFill/>
          </a:ln>
        </p:spPr>
      </p:sp>
      <p:grpSp>
        <p:nvGrpSpPr>
          <p:cNvPr id="1152" name="Google Shape;1152;p17"/>
          <p:cNvGrpSpPr/>
          <p:nvPr/>
        </p:nvGrpSpPr>
        <p:grpSpPr>
          <a:xfrm>
            <a:off x="5936089" y="5454981"/>
            <a:ext cx="493249" cy="728643"/>
            <a:chOff x="-287452" y="1948281"/>
            <a:chExt cx="325850" cy="481355"/>
          </a:xfrm>
        </p:grpSpPr>
        <p:sp>
          <p:nvSpPr>
            <p:cNvPr id="1153" name="Google Shape;1153;p17"/>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17"/>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17"/>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17"/>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57" name="Google Shape;1157;p17"/>
          <p:cNvGrpSpPr/>
          <p:nvPr/>
        </p:nvGrpSpPr>
        <p:grpSpPr>
          <a:xfrm>
            <a:off x="11590379" y="5208381"/>
            <a:ext cx="493231" cy="1039529"/>
            <a:chOff x="659672" y="1912000"/>
            <a:chExt cx="262823" cy="553923"/>
          </a:xfrm>
        </p:grpSpPr>
        <p:sp>
          <p:nvSpPr>
            <p:cNvPr id="1158" name="Google Shape;1158;p17"/>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17"/>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0" name="Google Shape;1160;p17"/>
          <p:cNvGrpSpPr/>
          <p:nvPr/>
        </p:nvGrpSpPr>
        <p:grpSpPr>
          <a:xfrm>
            <a:off x="-27200" y="6183535"/>
            <a:ext cx="12246400" cy="686699"/>
            <a:chOff x="-20400" y="4637651"/>
            <a:chExt cx="9184800" cy="515024"/>
          </a:xfrm>
        </p:grpSpPr>
        <p:sp>
          <p:nvSpPr>
            <p:cNvPr id="1161" name="Google Shape;1161;p17"/>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62" name="Google Shape;1162;p17"/>
            <p:cNvGrpSpPr/>
            <p:nvPr/>
          </p:nvGrpSpPr>
          <p:grpSpPr>
            <a:xfrm>
              <a:off x="335951" y="4637651"/>
              <a:ext cx="8472099" cy="486325"/>
              <a:chOff x="432948" y="4542401"/>
              <a:chExt cx="8472099" cy="486325"/>
            </a:xfrm>
          </p:grpSpPr>
          <p:sp>
            <p:nvSpPr>
              <p:cNvPr id="1163" name="Google Shape;1163;p17"/>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17"/>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17"/>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17"/>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17"/>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17"/>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17"/>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17"/>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17"/>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17"/>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17"/>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17"/>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5" name="Google Shape;1175;p17"/>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6" name="Google Shape;1176;p17"/>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7" name="Google Shape;1177;p17"/>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8" name="Google Shape;1178;p17"/>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9" name="Google Shape;1179;p17"/>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0" name="Google Shape;1180;p17"/>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1" name="Google Shape;1181;p17"/>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2" name="Google Shape;1182;p17"/>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3" name="Google Shape;1183;p17"/>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4" name="Google Shape;1184;p17"/>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5" name="Google Shape;1185;p17"/>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6" name="Google Shape;1186;p17"/>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7" name="Google Shape;1187;p17"/>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8" name="Google Shape;1188;p17"/>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17"/>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17"/>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17"/>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17"/>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17"/>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17"/>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17"/>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17"/>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17"/>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17"/>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9" name="Google Shape;1199;p17"/>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200" name="Google Shape;1200;p17"/>
          <p:cNvGrpSpPr/>
          <p:nvPr/>
        </p:nvGrpSpPr>
        <p:grpSpPr>
          <a:xfrm>
            <a:off x="2640527" y="-66497"/>
            <a:ext cx="1374029" cy="597828"/>
            <a:chOff x="1688595" y="4276214"/>
            <a:chExt cx="1030522" cy="448371"/>
          </a:xfrm>
        </p:grpSpPr>
        <p:sp>
          <p:nvSpPr>
            <p:cNvPr id="1201" name="Google Shape;1201;p17"/>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2" name="Google Shape;1202;p17"/>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17"/>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17"/>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05" name="Google Shape;1205;p17"/>
          <p:cNvGrpSpPr/>
          <p:nvPr/>
        </p:nvGrpSpPr>
        <p:grpSpPr>
          <a:xfrm>
            <a:off x="11383856" y="2267701"/>
            <a:ext cx="2774945" cy="1308615"/>
            <a:chOff x="6734221" y="539399"/>
            <a:chExt cx="1598594" cy="753810"/>
          </a:xfrm>
        </p:grpSpPr>
        <p:sp>
          <p:nvSpPr>
            <p:cNvPr id="1206" name="Google Shape;1206;p1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1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8" name="Google Shape;1208;p1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1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1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1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1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1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1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15" name="Google Shape;1215;p17"/>
          <p:cNvGrpSpPr/>
          <p:nvPr/>
        </p:nvGrpSpPr>
        <p:grpSpPr>
          <a:xfrm>
            <a:off x="-1908694" y="2774701"/>
            <a:ext cx="2774945" cy="1308615"/>
            <a:chOff x="6734221" y="539399"/>
            <a:chExt cx="1598594" cy="753810"/>
          </a:xfrm>
        </p:grpSpPr>
        <p:sp>
          <p:nvSpPr>
            <p:cNvPr id="1216" name="Google Shape;1216;p1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1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1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9" name="Google Shape;1219;p1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1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1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2" name="Google Shape;1222;p1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3" name="Google Shape;1223;p1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4" name="Google Shape;1224;p1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25" name="Google Shape;1225;p17"/>
          <p:cNvGrpSpPr/>
          <p:nvPr/>
        </p:nvGrpSpPr>
        <p:grpSpPr>
          <a:xfrm>
            <a:off x="106948" y="5380924"/>
            <a:ext cx="428233" cy="694419"/>
            <a:chOff x="126609" y="2053364"/>
            <a:chExt cx="228188" cy="370028"/>
          </a:xfrm>
        </p:grpSpPr>
        <p:sp>
          <p:nvSpPr>
            <p:cNvPr id="1226" name="Google Shape;1226;p17"/>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7" name="Google Shape;1227;p17"/>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28" name="Google Shape;1228;p17"/>
          <p:cNvSpPr txBox="1">
            <a:spLocks noGrp="1"/>
          </p:cNvSpPr>
          <p:nvPr>
            <p:ph type="body" idx="1"/>
          </p:nvPr>
        </p:nvSpPr>
        <p:spPr>
          <a:xfrm>
            <a:off x="960000" y="2341200"/>
            <a:ext cx="5086400" cy="30048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accent1"/>
              </a:buClr>
              <a:buSzPts val="1200"/>
              <a:buChar char="●"/>
              <a:defRPr sz="1600">
                <a:solidFill>
                  <a:schemeClr val="dk1"/>
                </a:solidFill>
              </a:defRPr>
            </a:lvl1pPr>
            <a:lvl2pPr marL="1219170" lvl="1" indent="-406390" rtl="0">
              <a:lnSpc>
                <a:spcPct val="115000"/>
              </a:lnSpc>
              <a:spcBef>
                <a:spcPts val="0"/>
              </a:spcBef>
              <a:spcAft>
                <a:spcPts val="0"/>
              </a:spcAft>
              <a:buClr>
                <a:schemeClr val="dk1"/>
              </a:buClr>
              <a:buSzPts val="1200"/>
              <a:buChar char="○"/>
              <a:defRPr sz="1600">
                <a:solidFill>
                  <a:schemeClr val="dk1"/>
                </a:solidFill>
              </a:defRPr>
            </a:lvl2pPr>
            <a:lvl3pPr marL="1828754" lvl="2" indent="-406390" rtl="0">
              <a:lnSpc>
                <a:spcPct val="115000"/>
              </a:lnSpc>
              <a:spcBef>
                <a:spcPts val="2133"/>
              </a:spcBef>
              <a:spcAft>
                <a:spcPts val="0"/>
              </a:spcAft>
              <a:buClr>
                <a:schemeClr val="dk1"/>
              </a:buClr>
              <a:buSzPts val="1200"/>
              <a:buChar char="■"/>
              <a:defRPr sz="1600">
                <a:solidFill>
                  <a:schemeClr val="dk1"/>
                </a:solidFill>
              </a:defRPr>
            </a:lvl3pPr>
            <a:lvl4pPr marL="2438339" lvl="3" indent="-406390" rtl="0">
              <a:lnSpc>
                <a:spcPct val="115000"/>
              </a:lnSpc>
              <a:spcBef>
                <a:spcPts val="2133"/>
              </a:spcBef>
              <a:spcAft>
                <a:spcPts val="0"/>
              </a:spcAft>
              <a:buClr>
                <a:schemeClr val="dk1"/>
              </a:buClr>
              <a:buSzPts val="1200"/>
              <a:buChar char="●"/>
              <a:defRPr sz="1600">
                <a:solidFill>
                  <a:schemeClr val="dk1"/>
                </a:solidFill>
              </a:defRPr>
            </a:lvl4pPr>
            <a:lvl5pPr marL="3047924" lvl="4" indent="-406390" rtl="0">
              <a:lnSpc>
                <a:spcPct val="115000"/>
              </a:lnSpc>
              <a:spcBef>
                <a:spcPts val="2133"/>
              </a:spcBef>
              <a:spcAft>
                <a:spcPts val="0"/>
              </a:spcAft>
              <a:buClr>
                <a:schemeClr val="dk1"/>
              </a:buClr>
              <a:buSzPts val="1200"/>
              <a:buChar char="○"/>
              <a:defRPr sz="1600">
                <a:solidFill>
                  <a:schemeClr val="dk1"/>
                </a:solidFill>
              </a:defRPr>
            </a:lvl5pPr>
            <a:lvl6pPr marL="3657509" lvl="5" indent="-406390" rtl="0">
              <a:lnSpc>
                <a:spcPct val="115000"/>
              </a:lnSpc>
              <a:spcBef>
                <a:spcPts val="2133"/>
              </a:spcBef>
              <a:spcAft>
                <a:spcPts val="0"/>
              </a:spcAft>
              <a:buClr>
                <a:schemeClr val="dk1"/>
              </a:buClr>
              <a:buSzPts val="1200"/>
              <a:buChar char="■"/>
              <a:defRPr sz="1600">
                <a:solidFill>
                  <a:schemeClr val="dk1"/>
                </a:solidFill>
              </a:defRPr>
            </a:lvl6pPr>
            <a:lvl7pPr marL="4267093" lvl="6" indent="-406390" rtl="0">
              <a:lnSpc>
                <a:spcPct val="115000"/>
              </a:lnSpc>
              <a:spcBef>
                <a:spcPts val="2133"/>
              </a:spcBef>
              <a:spcAft>
                <a:spcPts val="0"/>
              </a:spcAft>
              <a:buClr>
                <a:schemeClr val="dk1"/>
              </a:buClr>
              <a:buSzPts val="1200"/>
              <a:buChar char="●"/>
              <a:defRPr sz="1600">
                <a:solidFill>
                  <a:schemeClr val="dk1"/>
                </a:solidFill>
              </a:defRPr>
            </a:lvl7pPr>
            <a:lvl8pPr marL="4876678" lvl="7" indent="-406390" rtl="0">
              <a:lnSpc>
                <a:spcPct val="115000"/>
              </a:lnSpc>
              <a:spcBef>
                <a:spcPts val="2133"/>
              </a:spcBef>
              <a:spcAft>
                <a:spcPts val="0"/>
              </a:spcAft>
              <a:buClr>
                <a:schemeClr val="dk1"/>
              </a:buClr>
              <a:buSzPts val="1200"/>
              <a:buChar char="○"/>
              <a:defRPr sz="1600">
                <a:solidFill>
                  <a:schemeClr val="dk1"/>
                </a:solidFill>
              </a:defRPr>
            </a:lvl8pPr>
            <a:lvl9pPr marL="5486263" lvl="8" indent="-406390" rtl="0">
              <a:lnSpc>
                <a:spcPct val="115000"/>
              </a:lnSpc>
              <a:spcBef>
                <a:spcPts val="2133"/>
              </a:spcBef>
              <a:spcAft>
                <a:spcPts val="2133"/>
              </a:spcAft>
              <a:buClr>
                <a:schemeClr val="dk1"/>
              </a:buClr>
              <a:buSzPts val="1200"/>
              <a:buChar char="■"/>
              <a:defRPr sz="1600">
                <a:solidFill>
                  <a:schemeClr val="dk1"/>
                </a:solidFill>
              </a:defRPr>
            </a:lvl9pPr>
          </a:lstStyle>
          <a:p>
            <a:pPr lvl="0"/>
            <a:r>
              <a:rPr lang="en-US"/>
              <a:t>Click to edit Master text styles</a:t>
            </a:r>
          </a:p>
        </p:txBody>
      </p:sp>
      <p:sp>
        <p:nvSpPr>
          <p:cNvPr id="1229" name="Google Shape;1229;p17"/>
          <p:cNvSpPr txBox="1">
            <a:spLocks noGrp="1"/>
          </p:cNvSpPr>
          <p:nvPr>
            <p:ph type="title"/>
          </p:nvPr>
        </p:nvSpPr>
        <p:spPr>
          <a:xfrm>
            <a:off x="960000" y="902400"/>
            <a:ext cx="5086400" cy="1438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30" name="Google Shape;1230;p17"/>
          <p:cNvSpPr>
            <a:spLocks noGrp="1"/>
          </p:cNvSpPr>
          <p:nvPr>
            <p:ph type="pic" idx="2"/>
          </p:nvPr>
        </p:nvSpPr>
        <p:spPr>
          <a:xfrm>
            <a:off x="6459867" y="733600"/>
            <a:ext cx="4781200" cy="4781200"/>
          </a:xfrm>
          <a:prstGeom prst="rect">
            <a:avLst/>
          </a:prstGeom>
          <a:noFill/>
          <a:ln>
            <a:noFill/>
          </a:ln>
        </p:spPr>
      </p:sp>
    </p:spTree>
    <p:extLst>
      <p:ext uri="{BB962C8B-B14F-4D97-AF65-F5344CB8AC3E}">
        <p14:creationId xmlns:p14="http://schemas.microsoft.com/office/powerpoint/2010/main" val="2298379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231"/>
        <p:cNvGrpSpPr/>
        <p:nvPr/>
      </p:nvGrpSpPr>
      <p:grpSpPr>
        <a:xfrm>
          <a:off x="0" y="0"/>
          <a:ext cx="0" cy="0"/>
          <a:chOff x="0" y="0"/>
          <a:chExt cx="0" cy="0"/>
        </a:xfrm>
      </p:grpSpPr>
      <p:sp>
        <p:nvSpPr>
          <p:cNvPr id="1232" name="Google Shape;1232;p18"/>
          <p:cNvSpPr txBox="1">
            <a:spLocks noGrp="1"/>
          </p:cNvSpPr>
          <p:nvPr>
            <p:ph type="title"/>
          </p:nvPr>
        </p:nvSpPr>
        <p:spPr>
          <a:xfrm>
            <a:off x="9601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33" name="Google Shape;1233;p18"/>
          <p:cNvSpPr txBox="1">
            <a:spLocks noGrp="1"/>
          </p:cNvSpPr>
          <p:nvPr>
            <p:ph type="subTitle" idx="1"/>
          </p:nvPr>
        </p:nvSpPr>
        <p:spPr>
          <a:xfrm>
            <a:off x="1236400" y="2977867"/>
            <a:ext cx="3175200" cy="222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234" name="Google Shape;1234;p18"/>
          <p:cNvSpPr txBox="1">
            <a:spLocks noGrp="1"/>
          </p:cNvSpPr>
          <p:nvPr>
            <p:ph type="subTitle" idx="2"/>
          </p:nvPr>
        </p:nvSpPr>
        <p:spPr>
          <a:xfrm>
            <a:off x="4508349" y="2977867"/>
            <a:ext cx="3175200" cy="222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235" name="Google Shape;1235;p18"/>
          <p:cNvSpPr txBox="1">
            <a:spLocks noGrp="1"/>
          </p:cNvSpPr>
          <p:nvPr>
            <p:ph type="subTitle" idx="3"/>
          </p:nvPr>
        </p:nvSpPr>
        <p:spPr>
          <a:xfrm>
            <a:off x="7780297" y="2977867"/>
            <a:ext cx="3175200" cy="2225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236" name="Google Shape;1236;p18"/>
          <p:cNvSpPr txBox="1">
            <a:spLocks noGrp="1"/>
          </p:cNvSpPr>
          <p:nvPr>
            <p:ph type="subTitle" idx="4"/>
          </p:nvPr>
        </p:nvSpPr>
        <p:spPr>
          <a:xfrm>
            <a:off x="1236400" y="2553033"/>
            <a:ext cx="31752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237" name="Google Shape;1237;p18"/>
          <p:cNvSpPr txBox="1">
            <a:spLocks noGrp="1"/>
          </p:cNvSpPr>
          <p:nvPr>
            <p:ph type="subTitle" idx="5"/>
          </p:nvPr>
        </p:nvSpPr>
        <p:spPr>
          <a:xfrm>
            <a:off x="4508237" y="2553033"/>
            <a:ext cx="3175200" cy="54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238" name="Google Shape;1238;p18"/>
          <p:cNvSpPr txBox="1">
            <a:spLocks noGrp="1"/>
          </p:cNvSpPr>
          <p:nvPr>
            <p:ph type="subTitle" idx="6"/>
          </p:nvPr>
        </p:nvSpPr>
        <p:spPr>
          <a:xfrm>
            <a:off x="7780293" y="2553033"/>
            <a:ext cx="31752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grpSp>
        <p:nvGrpSpPr>
          <p:cNvPr id="1239" name="Google Shape;1239;p18"/>
          <p:cNvGrpSpPr/>
          <p:nvPr/>
        </p:nvGrpSpPr>
        <p:grpSpPr>
          <a:xfrm>
            <a:off x="-843185" y="-382221"/>
            <a:ext cx="2951401" cy="1135736"/>
            <a:chOff x="3352611" y="546734"/>
            <a:chExt cx="2213551" cy="851802"/>
          </a:xfrm>
        </p:grpSpPr>
        <p:sp>
          <p:nvSpPr>
            <p:cNvPr id="1240" name="Google Shape;1240;p18"/>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41" name="Google Shape;1241;p18"/>
            <p:cNvGrpSpPr/>
            <p:nvPr/>
          </p:nvGrpSpPr>
          <p:grpSpPr>
            <a:xfrm>
              <a:off x="3352611" y="546734"/>
              <a:ext cx="2077576" cy="851802"/>
              <a:chOff x="3352611" y="546734"/>
              <a:chExt cx="2077576" cy="851802"/>
            </a:xfrm>
          </p:grpSpPr>
          <p:sp>
            <p:nvSpPr>
              <p:cNvPr id="1242" name="Google Shape;1242;p18"/>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18"/>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18"/>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18"/>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18"/>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18"/>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18"/>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18"/>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18"/>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251" name="Google Shape;1251;p18"/>
          <p:cNvGrpSpPr/>
          <p:nvPr/>
        </p:nvGrpSpPr>
        <p:grpSpPr>
          <a:xfrm>
            <a:off x="11307684" y="2786453"/>
            <a:ext cx="2311672" cy="597828"/>
            <a:chOff x="279488" y="3058414"/>
            <a:chExt cx="1733754" cy="448371"/>
          </a:xfrm>
        </p:grpSpPr>
        <p:sp>
          <p:nvSpPr>
            <p:cNvPr id="1252" name="Google Shape;1252;p18"/>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3" name="Google Shape;1253;p18"/>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4" name="Google Shape;1254;p18"/>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18"/>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18"/>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18"/>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18"/>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18"/>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60" name="Google Shape;1260;p18"/>
          <p:cNvGrpSpPr/>
          <p:nvPr/>
        </p:nvGrpSpPr>
        <p:grpSpPr>
          <a:xfrm flipH="1">
            <a:off x="10018990" y="84796"/>
            <a:ext cx="2012311" cy="520409"/>
            <a:chOff x="279488" y="3058414"/>
            <a:chExt cx="1733754" cy="448371"/>
          </a:xfrm>
        </p:grpSpPr>
        <p:sp>
          <p:nvSpPr>
            <p:cNvPr id="1261" name="Google Shape;1261;p18"/>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18"/>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3" name="Google Shape;1263;p18"/>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4" name="Google Shape;1264;p18"/>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18"/>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18"/>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18"/>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18"/>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69" name="Google Shape;1269;p18"/>
          <p:cNvGrpSpPr/>
          <p:nvPr/>
        </p:nvGrpSpPr>
        <p:grpSpPr>
          <a:xfrm>
            <a:off x="-305792" y="2594971"/>
            <a:ext cx="1189765" cy="501384"/>
            <a:chOff x="605081" y="4084003"/>
            <a:chExt cx="892324" cy="376038"/>
          </a:xfrm>
        </p:grpSpPr>
        <p:sp>
          <p:nvSpPr>
            <p:cNvPr id="1270" name="Google Shape;1270;p18"/>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1" name="Google Shape;1271;p18"/>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2" name="Google Shape;1272;p18"/>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3" name="Google Shape;1273;p18"/>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4" name="Google Shape;1274;p18"/>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5" name="Google Shape;1275;p18"/>
          <p:cNvSpPr/>
          <p:nvPr/>
        </p:nvSpPr>
        <p:spPr>
          <a:xfrm>
            <a:off x="-2574234" y="5175666"/>
            <a:ext cx="17094067" cy="2811900"/>
          </a:xfrm>
          <a:custGeom>
            <a:avLst/>
            <a:gdLst/>
            <a:ahLst/>
            <a:cxnLst/>
            <a:rect l="l" t="t" r="r" b="b"/>
            <a:pathLst>
              <a:path w="512822" h="84357" extrusionOk="0">
                <a:moveTo>
                  <a:pt x="483346" y="20125"/>
                </a:moveTo>
                <a:cubicBezTo>
                  <a:pt x="478306" y="11830"/>
                  <a:pt x="475271" y="26608"/>
                  <a:pt x="453107" y="25909"/>
                </a:cubicBezTo>
                <a:cubicBezTo>
                  <a:pt x="430943" y="25211"/>
                  <a:pt x="389566" y="16350"/>
                  <a:pt x="350362" y="15934"/>
                </a:cubicBezTo>
                <a:cubicBezTo>
                  <a:pt x="311158" y="15519"/>
                  <a:pt x="251560" y="21213"/>
                  <a:pt x="217884" y="23416"/>
                </a:cubicBezTo>
                <a:cubicBezTo>
                  <a:pt x="184208" y="25619"/>
                  <a:pt x="178363" y="32205"/>
                  <a:pt x="148307" y="29151"/>
                </a:cubicBezTo>
                <a:cubicBezTo>
                  <a:pt x="118251" y="26097"/>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276" name="Google Shape;1276;p18"/>
          <p:cNvSpPr/>
          <p:nvPr/>
        </p:nvSpPr>
        <p:spPr>
          <a:xfrm>
            <a:off x="-1670499" y="5378634"/>
            <a:ext cx="15588196"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1277" name="Google Shape;1277;p18"/>
          <p:cNvGrpSpPr/>
          <p:nvPr/>
        </p:nvGrpSpPr>
        <p:grpSpPr>
          <a:xfrm>
            <a:off x="5936089" y="5454981"/>
            <a:ext cx="493249" cy="728643"/>
            <a:chOff x="-287452" y="1948281"/>
            <a:chExt cx="325850" cy="481355"/>
          </a:xfrm>
        </p:grpSpPr>
        <p:sp>
          <p:nvSpPr>
            <p:cNvPr id="1278" name="Google Shape;1278;p18"/>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9" name="Google Shape;1279;p18"/>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0" name="Google Shape;1280;p18"/>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1" name="Google Shape;1281;p18"/>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2" name="Google Shape;1282;p18"/>
          <p:cNvGrpSpPr/>
          <p:nvPr/>
        </p:nvGrpSpPr>
        <p:grpSpPr>
          <a:xfrm>
            <a:off x="11532179" y="4951348"/>
            <a:ext cx="493231" cy="1039529"/>
            <a:chOff x="659672" y="1912000"/>
            <a:chExt cx="262823" cy="553923"/>
          </a:xfrm>
        </p:grpSpPr>
        <p:sp>
          <p:nvSpPr>
            <p:cNvPr id="1283" name="Google Shape;1283;p1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4" name="Google Shape;1284;p1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5" name="Google Shape;1285;p18"/>
          <p:cNvGrpSpPr/>
          <p:nvPr/>
        </p:nvGrpSpPr>
        <p:grpSpPr>
          <a:xfrm>
            <a:off x="-27200" y="6183535"/>
            <a:ext cx="12246400" cy="686699"/>
            <a:chOff x="-20400" y="4637651"/>
            <a:chExt cx="9184800" cy="515024"/>
          </a:xfrm>
        </p:grpSpPr>
        <p:sp>
          <p:nvSpPr>
            <p:cNvPr id="1286" name="Google Shape;1286;p18"/>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87" name="Google Shape;1287;p18"/>
            <p:cNvGrpSpPr/>
            <p:nvPr/>
          </p:nvGrpSpPr>
          <p:grpSpPr>
            <a:xfrm>
              <a:off x="335951" y="4637651"/>
              <a:ext cx="8472099" cy="486325"/>
              <a:chOff x="432948" y="4542401"/>
              <a:chExt cx="8472099" cy="486325"/>
            </a:xfrm>
          </p:grpSpPr>
          <p:sp>
            <p:nvSpPr>
              <p:cNvPr id="1288" name="Google Shape;1288;p18"/>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9" name="Google Shape;1289;p18"/>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0" name="Google Shape;1290;p18"/>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1" name="Google Shape;1291;p18"/>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2" name="Google Shape;1292;p18"/>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3" name="Google Shape;1293;p18"/>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4" name="Google Shape;1294;p18"/>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5" name="Google Shape;1295;p18"/>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6" name="Google Shape;1296;p18"/>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7" name="Google Shape;1297;p18"/>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8" name="Google Shape;1298;p18"/>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9" name="Google Shape;1299;p18"/>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18"/>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18"/>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18"/>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3" name="Google Shape;1303;p18"/>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4" name="Google Shape;1304;p18"/>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5" name="Google Shape;1305;p18"/>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6" name="Google Shape;1306;p18"/>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18"/>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18"/>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9" name="Google Shape;1309;p18"/>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0" name="Google Shape;1310;p18"/>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1" name="Google Shape;1311;p18"/>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2" name="Google Shape;1312;p18"/>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3" name="Google Shape;1313;p18"/>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4" name="Google Shape;1314;p18"/>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5" name="Google Shape;1315;p18"/>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6" name="Google Shape;1316;p18"/>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7" name="Google Shape;1317;p18"/>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8" name="Google Shape;1318;p18"/>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18"/>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18"/>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18"/>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2" name="Google Shape;1322;p18"/>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3" name="Google Shape;1323;p18"/>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18"/>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325" name="Google Shape;1325;p18"/>
          <p:cNvGrpSpPr/>
          <p:nvPr/>
        </p:nvGrpSpPr>
        <p:grpSpPr>
          <a:xfrm>
            <a:off x="218543" y="5058511"/>
            <a:ext cx="391536" cy="825199"/>
            <a:chOff x="659672" y="1912000"/>
            <a:chExt cx="262823" cy="553923"/>
          </a:xfrm>
        </p:grpSpPr>
        <p:sp>
          <p:nvSpPr>
            <p:cNvPr id="1326" name="Google Shape;1326;p1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1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0825424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328"/>
        <p:cNvGrpSpPr/>
        <p:nvPr/>
      </p:nvGrpSpPr>
      <p:grpSpPr>
        <a:xfrm>
          <a:off x="0" y="0"/>
          <a:ext cx="0" cy="0"/>
          <a:chOff x="0" y="0"/>
          <a:chExt cx="0" cy="0"/>
        </a:xfrm>
      </p:grpSpPr>
      <p:grpSp>
        <p:nvGrpSpPr>
          <p:cNvPr id="1329" name="Google Shape;1329;p19"/>
          <p:cNvGrpSpPr/>
          <p:nvPr/>
        </p:nvGrpSpPr>
        <p:grpSpPr>
          <a:xfrm>
            <a:off x="8417894" y="3"/>
            <a:ext cx="1374029" cy="597828"/>
            <a:chOff x="1688595" y="4276214"/>
            <a:chExt cx="1030522" cy="448371"/>
          </a:xfrm>
        </p:grpSpPr>
        <p:sp>
          <p:nvSpPr>
            <p:cNvPr id="1330" name="Google Shape;1330;p19"/>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1" name="Google Shape;1331;p19"/>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2" name="Google Shape;1332;p19"/>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3" name="Google Shape;1333;p19"/>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34" name="Google Shape;1334;p19"/>
          <p:cNvGrpSpPr/>
          <p:nvPr/>
        </p:nvGrpSpPr>
        <p:grpSpPr>
          <a:xfrm>
            <a:off x="-1030938" y="3936981"/>
            <a:ext cx="1799924" cy="1005080"/>
            <a:chOff x="6982871" y="539399"/>
            <a:chExt cx="1349943" cy="753810"/>
          </a:xfrm>
        </p:grpSpPr>
        <p:sp>
          <p:nvSpPr>
            <p:cNvPr id="1335" name="Google Shape;1335;p19"/>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6" name="Google Shape;1336;p19"/>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7" name="Google Shape;1337;p19"/>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8" name="Google Shape;1338;p19"/>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9" name="Google Shape;1339;p19"/>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0" name="Google Shape;1340;p19"/>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1" name="Google Shape;1341;p19"/>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2" name="Google Shape;1342;p19"/>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3" name="Google Shape;1343;p19"/>
          <p:cNvGrpSpPr/>
          <p:nvPr/>
        </p:nvGrpSpPr>
        <p:grpSpPr>
          <a:xfrm flipH="1">
            <a:off x="11382174" y="3525496"/>
            <a:ext cx="2012311" cy="520409"/>
            <a:chOff x="279488" y="3058414"/>
            <a:chExt cx="1733754" cy="448371"/>
          </a:xfrm>
        </p:grpSpPr>
        <p:sp>
          <p:nvSpPr>
            <p:cNvPr id="1344" name="Google Shape;1344;p19"/>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5" name="Google Shape;1345;p19"/>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6" name="Google Shape;1346;p19"/>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7" name="Google Shape;1347;p19"/>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8" name="Google Shape;1348;p19"/>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9" name="Google Shape;1349;p19"/>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0" name="Google Shape;1350;p19"/>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1" name="Google Shape;1351;p19"/>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2" name="Google Shape;1352;p19"/>
          <p:cNvGrpSpPr/>
          <p:nvPr/>
        </p:nvGrpSpPr>
        <p:grpSpPr>
          <a:xfrm>
            <a:off x="1923989" y="-641766"/>
            <a:ext cx="2774945" cy="1308615"/>
            <a:chOff x="6734221" y="539399"/>
            <a:chExt cx="1598594" cy="753810"/>
          </a:xfrm>
        </p:grpSpPr>
        <p:sp>
          <p:nvSpPr>
            <p:cNvPr id="1353" name="Google Shape;1353;p19"/>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4" name="Google Shape;1354;p19"/>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5" name="Google Shape;1355;p19"/>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6" name="Google Shape;1356;p19"/>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19"/>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19"/>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19"/>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19"/>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19"/>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62" name="Google Shape;1362;p19"/>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1363" name="Google Shape;1363;p19"/>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1364" name="Google Shape;1364;p19"/>
          <p:cNvGrpSpPr/>
          <p:nvPr/>
        </p:nvGrpSpPr>
        <p:grpSpPr>
          <a:xfrm>
            <a:off x="11486485" y="5440095"/>
            <a:ext cx="339844" cy="720235"/>
            <a:chOff x="393673" y="1948281"/>
            <a:chExt cx="227128" cy="481355"/>
          </a:xfrm>
        </p:grpSpPr>
        <p:sp>
          <p:nvSpPr>
            <p:cNvPr id="1365" name="Google Shape;1365;p19"/>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19"/>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7" name="Google Shape;1367;p19"/>
          <p:cNvGrpSpPr/>
          <p:nvPr/>
        </p:nvGrpSpPr>
        <p:grpSpPr>
          <a:xfrm>
            <a:off x="273437" y="5278493"/>
            <a:ext cx="611511" cy="903343"/>
            <a:chOff x="-287452" y="1948281"/>
            <a:chExt cx="325850" cy="481355"/>
          </a:xfrm>
        </p:grpSpPr>
        <p:sp>
          <p:nvSpPr>
            <p:cNvPr id="1368" name="Google Shape;1368;p19"/>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19"/>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19"/>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19"/>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72" name="Google Shape;1372;p19"/>
          <p:cNvGrpSpPr/>
          <p:nvPr/>
        </p:nvGrpSpPr>
        <p:grpSpPr>
          <a:xfrm>
            <a:off x="-27200" y="6183535"/>
            <a:ext cx="12246400" cy="686699"/>
            <a:chOff x="-20400" y="4637651"/>
            <a:chExt cx="9184800" cy="515024"/>
          </a:xfrm>
        </p:grpSpPr>
        <p:sp>
          <p:nvSpPr>
            <p:cNvPr id="1373" name="Google Shape;1373;p19"/>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74" name="Google Shape;1374;p19"/>
            <p:cNvGrpSpPr/>
            <p:nvPr/>
          </p:nvGrpSpPr>
          <p:grpSpPr>
            <a:xfrm>
              <a:off x="335951" y="4637651"/>
              <a:ext cx="8472099" cy="486325"/>
              <a:chOff x="432948" y="4542401"/>
              <a:chExt cx="8472099" cy="486325"/>
            </a:xfrm>
          </p:grpSpPr>
          <p:sp>
            <p:nvSpPr>
              <p:cNvPr id="1375" name="Google Shape;1375;p19"/>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19"/>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19"/>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19"/>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9" name="Google Shape;1379;p19"/>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0" name="Google Shape;1380;p19"/>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1" name="Google Shape;1381;p19"/>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2" name="Google Shape;1382;p19"/>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383;p19"/>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19"/>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5" name="Google Shape;1385;p19"/>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6" name="Google Shape;1386;p19"/>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19"/>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19"/>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389;p19"/>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0" name="Google Shape;1390;p19"/>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1" name="Google Shape;1391;p19"/>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2" name="Google Shape;1392;p19"/>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3" name="Google Shape;1393;p19"/>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4" name="Google Shape;1394;p19"/>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19"/>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19"/>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7" name="Google Shape;1397;p19"/>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8" name="Google Shape;1398;p19"/>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9" name="Google Shape;1399;p19"/>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0" name="Google Shape;1400;p19"/>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1" name="Google Shape;1401;p19"/>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2" name="Google Shape;1402;p19"/>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19"/>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19"/>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19"/>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6" name="Google Shape;1406;p19"/>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7" name="Google Shape;1407;p19"/>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8" name="Google Shape;1408;p19"/>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9" name="Google Shape;1409;p19"/>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0" name="Google Shape;1410;p19"/>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1" name="Google Shape;1411;p19"/>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412" name="Google Shape;1412;p19"/>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13" name="Google Shape;1413;p19"/>
          <p:cNvSpPr txBox="1">
            <a:spLocks noGrp="1"/>
          </p:cNvSpPr>
          <p:nvPr>
            <p:ph type="subTitle" idx="1"/>
          </p:nvPr>
        </p:nvSpPr>
        <p:spPr>
          <a:xfrm>
            <a:off x="1011516" y="2219967"/>
            <a:ext cx="5021200" cy="13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14" name="Google Shape;1414;p19"/>
          <p:cNvSpPr txBox="1">
            <a:spLocks noGrp="1"/>
          </p:cNvSpPr>
          <p:nvPr>
            <p:ph type="subTitle" idx="2"/>
          </p:nvPr>
        </p:nvSpPr>
        <p:spPr>
          <a:xfrm>
            <a:off x="1011516" y="1795133"/>
            <a:ext cx="50212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15" name="Google Shape;1415;p19"/>
          <p:cNvSpPr txBox="1">
            <a:spLocks noGrp="1"/>
          </p:cNvSpPr>
          <p:nvPr>
            <p:ph type="subTitle" idx="3"/>
          </p:nvPr>
        </p:nvSpPr>
        <p:spPr>
          <a:xfrm>
            <a:off x="6159272" y="2219967"/>
            <a:ext cx="5021200" cy="138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16" name="Google Shape;1416;p19"/>
          <p:cNvSpPr txBox="1">
            <a:spLocks noGrp="1"/>
          </p:cNvSpPr>
          <p:nvPr>
            <p:ph type="subTitle" idx="4"/>
          </p:nvPr>
        </p:nvSpPr>
        <p:spPr>
          <a:xfrm>
            <a:off x="6159268" y="1795133"/>
            <a:ext cx="50212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17" name="Google Shape;1417;p19"/>
          <p:cNvSpPr txBox="1">
            <a:spLocks noGrp="1"/>
          </p:cNvSpPr>
          <p:nvPr>
            <p:ph type="subTitle" idx="5"/>
          </p:nvPr>
        </p:nvSpPr>
        <p:spPr>
          <a:xfrm>
            <a:off x="1011516" y="4470733"/>
            <a:ext cx="5021200" cy="13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18" name="Google Shape;1418;p19"/>
          <p:cNvSpPr txBox="1">
            <a:spLocks noGrp="1"/>
          </p:cNvSpPr>
          <p:nvPr>
            <p:ph type="subTitle" idx="6"/>
          </p:nvPr>
        </p:nvSpPr>
        <p:spPr>
          <a:xfrm>
            <a:off x="1011516" y="4045900"/>
            <a:ext cx="50212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19" name="Google Shape;1419;p19"/>
          <p:cNvSpPr txBox="1">
            <a:spLocks noGrp="1"/>
          </p:cNvSpPr>
          <p:nvPr>
            <p:ph type="subTitle" idx="7"/>
          </p:nvPr>
        </p:nvSpPr>
        <p:spPr>
          <a:xfrm>
            <a:off x="6159272" y="4470733"/>
            <a:ext cx="5021200" cy="138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20" name="Google Shape;1420;p19"/>
          <p:cNvSpPr txBox="1">
            <a:spLocks noGrp="1"/>
          </p:cNvSpPr>
          <p:nvPr>
            <p:ph type="subTitle" idx="8"/>
          </p:nvPr>
        </p:nvSpPr>
        <p:spPr>
          <a:xfrm>
            <a:off x="6159268" y="4045900"/>
            <a:ext cx="50212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4205933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421"/>
        <p:cNvGrpSpPr/>
        <p:nvPr/>
      </p:nvGrpSpPr>
      <p:grpSpPr>
        <a:xfrm>
          <a:off x="0" y="0"/>
          <a:ext cx="0" cy="0"/>
          <a:chOff x="0" y="0"/>
          <a:chExt cx="0" cy="0"/>
        </a:xfrm>
      </p:grpSpPr>
      <p:sp>
        <p:nvSpPr>
          <p:cNvPr id="1422" name="Google Shape;1422;p20"/>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23" name="Google Shape;1423;p20"/>
          <p:cNvSpPr txBox="1">
            <a:spLocks noGrp="1"/>
          </p:cNvSpPr>
          <p:nvPr>
            <p:ph type="subTitle" idx="1"/>
          </p:nvPr>
        </p:nvSpPr>
        <p:spPr>
          <a:xfrm>
            <a:off x="999251" y="1981633"/>
            <a:ext cx="4963600" cy="8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24" name="Google Shape;1424;p20"/>
          <p:cNvSpPr txBox="1">
            <a:spLocks noGrp="1"/>
          </p:cNvSpPr>
          <p:nvPr>
            <p:ph type="subTitle" idx="2"/>
          </p:nvPr>
        </p:nvSpPr>
        <p:spPr>
          <a:xfrm>
            <a:off x="999249" y="1556833"/>
            <a:ext cx="49636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25" name="Google Shape;1425;p20"/>
          <p:cNvSpPr txBox="1">
            <a:spLocks noGrp="1"/>
          </p:cNvSpPr>
          <p:nvPr>
            <p:ph type="subTitle" idx="3"/>
          </p:nvPr>
        </p:nvSpPr>
        <p:spPr>
          <a:xfrm>
            <a:off x="999251" y="3396167"/>
            <a:ext cx="4963600" cy="8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26" name="Google Shape;1426;p20"/>
          <p:cNvSpPr txBox="1">
            <a:spLocks noGrp="1"/>
          </p:cNvSpPr>
          <p:nvPr>
            <p:ph type="subTitle" idx="4"/>
          </p:nvPr>
        </p:nvSpPr>
        <p:spPr>
          <a:xfrm>
            <a:off x="999249" y="2971367"/>
            <a:ext cx="49636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27" name="Google Shape;1427;p20"/>
          <p:cNvSpPr txBox="1">
            <a:spLocks noGrp="1"/>
          </p:cNvSpPr>
          <p:nvPr>
            <p:ph type="subTitle" idx="5"/>
          </p:nvPr>
        </p:nvSpPr>
        <p:spPr>
          <a:xfrm>
            <a:off x="999251" y="4810700"/>
            <a:ext cx="4963600" cy="8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28" name="Google Shape;1428;p20"/>
          <p:cNvSpPr txBox="1">
            <a:spLocks noGrp="1"/>
          </p:cNvSpPr>
          <p:nvPr>
            <p:ph type="subTitle" idx="6"/>
          </p:nvPr>
        </p:nvSpPr>
        <p:spPr>
          <a:xfrm>
            <a:off x="999249" y="4385900"/>
            <a:ext cx="49636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29" name="Google Shape;1429;p20"/>
          <p:cNvSpPr txBox="1">
            <a:spLocks noGrp="1"/>
          </p:cNvSpPr>
          <p:nvPr>
            <p:ph type="subTitle" idx="7"/>
          </p:nvPr>
        </p:nvSpPr>
        <p:spPr>
          <a:xfrm>
            <a:off x="6229149" y="1981633"/>
            <a:ext cx="4963600" cy="89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30" name="Google Shape;1430;p20"/>
          <p:cNvSpPr txBox="1">
            <a:spLocks noGrp="1"/>
          </p:cNvSpPr>
          <p:nvPr>
            <p:ph type="subTitle" idx="8"/>
          </p:nvPr>
        </p:nvSpPr>
        <p:spPr>
          <a:xfrm>
            <a:off x="6229149" y="1556833"/>
            <a:ext cx="49636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31" name="Google Shape;1431;p20"/>
          <p:cNvSpPr txBox="1">
            <a:spLocks noGrp="1"/>
          </p:cNvSpPr>
          <p:nvPr>
            <p:ph type="subTitle" idx="9"/>
          </p:nvPr>
        </p:nvSpPr>
        <p:spPr>
          <a:xfrm>
            <a:off x="6229149" y="3396167"/>
            <a:ext cx="4963600" cy="89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32" name="Google Shape;1432;p20"/>
          <p:cNvSpPr txBox="1">
            <a:spLocks noGrp="1"/>
          </p:cNvSpPr>
          <p:nvPr>
            <p:ph type="subTitle" idx="13"/>
          </p:nvPr>
        </p:nvSpPr>
        <p:spPr>
          <a:xfrm>
            <a:off x="6229149" y="2971367"/>
            <a:ext cx="49636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33" name="Google Shape;1433;p20"/>
          <p:cNvSpPr txBox="1">
            <a:spLocks noGrp="1"/>
          </p:cNvSpPr>
          <p:nvPr>
            <p:ph type="subTitle" idx="14"/>
          </p:nvPr>
        </p:nvSpPr>
        <p:spPr>
          <a:xfrm>
            <a:off x="6229149" y="4810700"/>
            <a:ext cx="4963600" cy="89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34" name="Google Shape;1434;p20"/>
          <p:cNvSpPr txBox="1">
            <a:spLocks noGrp="1"/>
          </p:cNvSpPr>
          <p:nvPr>
            <p:ph type="subTitle" idx="15"/>
          </p:nvPr>
        </p:nvSpPr>
        <p:spPr>
          <a:xfrm>
            <a:off x="6229149" y="4385900"/>
            <a:ext cx="49636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35" name="Google Shape;1435;p20"/>
          <p:cNvSpPr/>
          <p:nvPr/>
        </p:nvSpPr>
        <p:spPr>
          <a:xfrm>
            <a:off x="-2574234" y="5175666"/>
            <a:ext cx="17094067" cy="2811900"/>
          </a:xfrm>
          <a:custGeom>
            <a:avLst/>
            <a:gdLst/>
            <a:ahLst/>
            <a:cxnLst/>
            <a:rect l="l" t="t" r="r" b="b"/>
            <a:pathLst>
              <a:path w="512822" h="84357" extrusionOk="0">
                <a:moveTo>
                  <a:pt x="483346" y="20125"/>
                </a:moveTo>
                <a:cubicBezTo>
                  <a:pt x="478306" y="11830"/>
                  <a:pt x="474652" y="25453"/>
                  <a:pt x="453107" y="25909"/>
                </a:cubicBezTo>
                <a:cubicBezTo>
                  <a:pt x="431562" y="26365"/>
                  <a:pt x="393279" y="23277"/>
                  <a:pt x="354075" y="22861"/>
                </a:cubicBezTo>
                <a:cubicBezTo>
                  <a:pt x="314871" y="22446"/>
                  <a:pt x="252179" y="22368"/>
                  <a:pt x="217884" y="23416"/>
                </a:cubicBezTo>
                <a:cubicBezTo>
                  <a:pt x="183589" y="24464"/>
                  <a:pt x="178363" y="32205"/>
                  <a:pt x="148307" y="29151"/>
                </a:cubicBezTo>
                <a:cubicBezTo>
                  <a:pt x="118251" y="26097"/>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436" name="Google Shape;1436;p20"/>
          <p:cNvSpPr/>
          <p:nvPr/>
        </p:nvSpPr>
        <p:spPr>
          <a:xfrm>
            <a:off x="-1618128" y="5384316"/>
            <a:ext cx="15528800" cy="2803033"/>
          </a:xfrm>
          <a:custGeom>
            <a:avLst/>
            <a:gdLst/>
            <a:ahLst/>
            <a:cxnLst/>
            <a:rect l="l" t="t" r="r" b="b"/>
            <a:pathLst>
              <a:path w="465864" h="84091" extrusionOk="0">
                <a:moveTo>
                  <a:pt x="26777" y="19859"/>
                </a:moveTo>
                <a:cubicBezTo>
                  <a:pt x="35772" y="10473"/>
                  <a:pt x="59081" y="18392"/>
                  <a:pt x="80748" y="19096"/>
                </a:cubicBezTo>
                <a:cubicBezTo>
                  <a:pt x="102416" y="19800"/>
                  <a:pt x="128741" y="24066"/>
                  <a:pt x="156782" y="24084"/>
                </a:cubicBezTo>
                <a:cubicBezTo>
                  <a:pt x="184823" y="24102"/>
                  <a:pt x="221010" y="19256"/>
                  <a:pt x="248992" y="19205"/>
                </a:cubicBezTo>
                <a:cubicBezTo>
                  <a:pt x="276974" y="19154"/>
                  <a:pt x="294213" y="26176"/>
                  <a:pt x="324674" y="23780"/>
                </a:cubicBezTo>
                <a:cubicBezTo>
                  <a:pt x="355135" y="21384"/>
                  <a:pt x="411092" y="7659"/>
                  <a:pt x="431757" y="4827"/>
                </a:cubicBezTo>
                <a:cubicBezTo>
                  <a:pt x="452422" y="1995"/>
                  <a:pt x="445846" y="-5412"/>
                  <a:pt x="448664" y="6788"/>
                </a:cubicBezTo>
                <a:cubicBezTo>
                  <a:pt x="451482" y="18988"/>
                  <a:pt x="451750" y="65718"/>
                  <a:pt x="448664" y="78027"/>
                </a:cubicBezTo>
                <a:cubicBezTo>
                  <a:pt x="445578" y="90336"/>
                  <a:pt x="499790" y="79988"/>
                  <a:pt x="430146" y="80641"/>
                </a:cubicBezTo>
                <a:cubicBezTo>
                  <a:pt x="360502" y="81295"/>
                  <a:pt x="98030" y="82820"/>
                  <a:pt x="30802" y="81948"/>
                </a:cubicBezTo>
                <a:cubicBezTo>
                  <a:pt x="-36426" y="81077"/>
                  <a:pt x="27448" y="85760"/>
                  <a:pt x="26777" y="75412"/>
                </a:cubicBezTo>
                <a:cubicBezTo>
                  <a:pt x="26106" y="65064"/>
                  <a:pt x="17782" y="29245"/>
                  <a:pt x="26777" y="19859"/>
                </a:cubicBezTo>
                <a:close/>
              </a:path>
            </a:pathLst>
          </a:custGeom>
          <a:solidFill>
            <a:schemeClr val="dk2"/>
          </a:solidFill>
          <a:ln>
            <a:noFill/>
          </a:ln>
        </p:spPr>
      </p:sp>
      <p:grpSp>
        <p:nvGrpSpPr>
          <p:cNvPr id="1437" name="Google Shape;1437;p20"/>
          <p:cNvGrpSpPr/>
          <p:nvPr/>
        </p:nvGrpSpPr>
        <p:grpSpPr>
          <a:xfrm>
            <a:off x="11397213" y="5175680"/>
            <a:ext cx="652655" cy="964185"/>
            <a:chOff x="-287452" y="1948281"/>
            <a:chExt cx="325850" cy="481355"/>
          </a:xfrm>
        </p:grpSpPr>
        <p:sp>
          <p:nvSpPr>
            <p:cNvPr id="1438" name="Google Shape;1438;p20"/>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20"/>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20"/>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20"/>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42" name="Google Shape;1442;p20"/>
          <p:cNvGrpSpPr/>
          <p:nvPr/>
        </p:nvGrpSpPr>
        <p:grpSpPr>
          <a:xfrm>
            <a:off x="-27200" y="6183535"/>
            <a:ext cx="12246400" cy="686699"/>
            <a:chOff x="-20400" y="4637651"/>
            <a:chExt cx="9184800" cy="515024"/>
          </a:xfrm>
        </p:grpSpPr>
        <p:sp>
          <p:nvSpPr>
            <p:cNvPr id="1443" name="Google Shape;1443;p20"/>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444" name="Google Shape;1444;p20"/>
            <p:cNvGrpSpPr/>
            <p:nvPr/>
          </p:nvGrpSpPr>
          <p:grpSpPr>
            <a:xfrm>
              <a:off x="335951" y="4637651"/>
              <a:ext cx="8472099" cy="486325"/>
              <a:chOff x="432948" y="4542401"/>
              <a:chExt cx="8472099" cy="486325"/>
            </a:xfrm>
          </p:grpSpPr>
          <p:sp>
            <p:nvSpPr>
              <p:cNvPr id="1445" name="Google Shape;1445;p20"/>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6" name="Google Shape;1446;p20"/>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20"/>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20"/>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20"/>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20"/>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20"/>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20"/>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20"/>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4" name="Google Shape;1454;p20"/>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5" name="Google Shape;1455;p20"/>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6" name="Google Shape;1456;p20"/>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7" name="Google Shape;1457;p20"/>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8" name="Google Shape;1458;p20"/>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9" name="Google Shape;1459;p20"/>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0" name="Google Shape;1460;p20"/>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1" name="Google Shape;1461;p20"/>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2" name="Google Shape;1462;p20"/>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3" name="Google Shape;1463;p20"/>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4" name="Google Shape;1464;p20"/>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5" name="Google Shape;1465;p20"/>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6" name="Google Shape;1466;p20"/>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7" name="Google Shape;1467;p20"/>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8" name="Google Shape;1468;p20"/>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9" name="Google Shape;1469;p20"/>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0" name="Google Shape;1470;p20"/>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1" name="Google Shape;1471;p20"/>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2" name="Google Shape;1472;p20"/>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3" name="Google Shape;1473;p20"/>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4" name="Google Shape;1474;p20"/>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5" name="Google Shape;1475;p20"/>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6" name="Google Shape;1476;p20"/>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7" name="Google Shape;1477;p20"/>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8" name="Google Shape;1478;p20"/>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9" name="Google Shape;1479;p20"/>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0" name="Google Shape;1480;p20"/>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1" name="Google Shape;1481;p20"/>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482" name="Google Shape;1482;p20"/>
          <p:cNvGrpSpPr/>
          <p:nvPr/>
        </p:nvGrpSpPr>
        <p:grpSpPr>
          <a:xfrm>
            <a:off x="218545" y="5100736"/>
            <a:ext cx="434604" cy="915968"/>
            <a:chOff x="659672" y="1912000"/>
            <a:chExt cx="262823" cy="553923"/>
          </a:xfrm>
        </p:grpSpPr>
        <p:sp>
          <p:nvSpPr>
            <p:cNvPr id="1483" name="Google Shape;1483;p20"/>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20"/>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85" name="Google Shape;1485;p20"/>
          <p:cNvGrpSpPr/>
          <p:nvPr/>
        </p:nvGrpSpPr>
        <p:grpSpPr>
          <a:xfrm>
            <a:off x="-687023" y="2878837"/>
            <a:ext cx="1374029" cy="597828"/>
            <a:chOff x="1688595" y="4276214"/>
            <a:chExt cx="1030522" cy="448371"/>
          </a:xfrm>
        </p:grpSpPr>
        <p:sp>
          <p:nvSpPr>
            <p:cNvPr id="1486" name="Google Shape;1486;p20"/>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20"/>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20"/>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20"/>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0" name="Google Shape;1490;p20"/>
          <p:cNvGrpSpPr/>
          <p:nvPr/>
        </p:nvGrpSpPr>
        <p:grpSpPr>
          <a:xfrm>
            <a:off x="11126261" y="94948"/>
            <a:ext cx="2131459" cy="1005080"/>
            <a:chOff x="6734221" y="539399"/>
            <a:chExt cx="1598594" cy="753810"/>
          </a:xfrm>
        </p:grpSpPr>
        <p:sp>
          <p:nvSpPr>
            <p:cNvPr id="1491" name="Google Shape;1491;p20"/>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2" name="Google Shape;1492;p20"/>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20"/>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20"/>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20"/>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6" name="Google Shape;1496;p20"/>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7" name="Google Shape;1497;p20"/>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20"/>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20"/>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0" name="Google Shape;1500;p20"/>
          <p:cNvGrpSpPr/>
          <p:nvPr/>
        </p:nvGrpSpPr>
        <p:grpSpPr>
          <a:xfrm>
            <a:off x="4033228" y="-530519"/>
            <a:ext cx="2131459" cy="1005080"/>
            <a:chOff x="6734221" y="539399"/>
            <a:chExt cx="1598594" cy="753810"/>
          </a:xfrm>
        </p:grpSpPr>
        <p:sp>
          <p:nvSpPr>
            <p:cNvPr id="1501" name="Google Shape;1501;p20"/>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2" name="Google Shape;1502;p20"/>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20"/>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20"/>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20"/>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20"/>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20"/>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8" name="Google Shape;1508;p20"/>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9" name="Google Shape;1509;p20"/>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10" name="Google Shape;1510;p20"/>
          <p:cNvGrpSpPr/>
          <p:nvPr/>
        </p:nvGrpSpPr>
        <p:grpSpPr>
          <a:xfrm>
            <a:off x="11504994" y="3695537"/>
            <a:ext cx="1374029" cy="597828"/>
            <a:chOff x="1688595" y="4276214"/>
            <a:chExt cx="1030522" cy="448371"/>
          </a:xfrm>
        </p:grpSpPr>
        <p:sp>
          <p:nvSpPr>
            <p:cNvPr id="1511" name="Google Shape;1511;p20"/>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20"/>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20"/>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20"/>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4603970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515"/>
        <p:cNvGrpSpPr/>
        <p:nvPr/>
      </p:nvGrpSpPr>
      <p:grpSpPr>
        <a:xfrm>
          <a:off x="0" y="0"/>
          <a:ext cx="0" cy="0"/>
          <a:chOff x="0" y="0"/>
          <a:chExt cx="0" cy="0"/>
        </a:xfrm>
      </p:grpSpPr>
      <p:sp>
        <p:nvSpPr>
          <p:cNvPr id="1516" name="Google Shape;1516;p21"/>
          <p:cNvSpPr txBox="1">
            <a:spLocks noGrp="1"/>
          </p:cNvSpPr>
          <p:nvPr>
            <p:ph type="title" hasCustomPrompt="1"/>
          </p:nvPr>
        </p:nvSpPr>
        <p:spPr>
          <a:xfrm>
            <a:off x="950833" y="1211751"/>
            <a:ext cx="5135200" cy="86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667"/>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17" name="Google Shape;1517;p21"/>
          <p:cNvSpPr txBox="1">
            <a:spLocks noGrp="1"/>
          </p:cNvSpPr>
          <p:nvPr>
            <p:ph type="subTitle" idx="1"/>
          </p:nvPr>
        </p:nvSpPr>
        <p:spPr>
          <a:xfrm>
            <a:off x="950833" y="2072417"/>
            <a:ext cx="5135200" cy="54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18" name="Google Shape;1518;p21"/>
          <p:cNvSpPr txBox="1">
            <a:spLocks noGrp="1"/>
          </p:cNvSpPr>
          <p:nvPr>
            <p:ph type="title" idx="2" hasCustomPrompt="1"/>
          </p:nvPr>
        </p:nvSpPr>
        <p:spPr>
          <a:xfrm>
            <a:off x="6105849" y="1212300"/>
            <a:ext cx="5135200" cy="86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667"/>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19" name="Google Shape;1519;p21"/>
          <p:cNvSpPr txBox="1">
            <a:spLocks noGrp="1"/>
          </p:cNvSpPr>
          <p:nvPr>
            <p:ph type="subTitle" idx="3"/>
          </p:nvPr>
        </p:nvSpPr>
        <p:spPr>
          <a:xfrm>
            <a:off x="6105849" y="2071883"/>
            <a:ext cx="5135200" cy="54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20" name="Google Shape;1520;p21"/>
          <p:cNvSpPr txBox="1">
            <a:spLocks noGrp="1"/>
          </p:cNvSpPr>
          <p:nvPr>
            <p:ph type="title" idx="4" hasCustomPrompt="1"/>
          </p:nvPr>
        </p:nvSpPr>
        <p:spPr>
          <a:xfrm>
            <a:off x="3528341" y="2907867"/>
            <a:ext cx="5135200" cy="86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667"/>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21" name="Google Shape;1521;p21"/>
          <p:cNvSpPr txBox="1">
            <a:spLocks noGrp="1"/>
          </p:cNvSpPr>
          <p:nvPr>
            <p:ph type="subTitle" idx="5"/>
          </p:nvPr>
        </p:nvSpPr>
        <p:spPr>
          <a:xfrm>
            <a:off x="3528416" y="3767449"/>
            <a:ext cx="5135200" cy="54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22" name="Google Shape;1522;p21"/>
          <p:cNvSpPr/>
          <p:nvPr/>
        </p:nvSpPr>
        <p:spPr>
          <a:xfrm>
            <a:off x="-2574234" y="4118706"/>
            <a:ext cx="17094067" cy="3663933"/>
          </a:xfrm>
          <a:custGeom>
            <a:avLst/>
            <a:gdLst/>
            <a:ahLst/>
            <a:cxnLst/>
            <a:rect l="l" t="t" r="r" b="b"/>
            <a:pathLst>
              <a:path w="512822" h="109918" extrusionOk="0">
                <a:moveTo>
                  <a:pt x="483346" y="34818"/>
                </a:moveTo>
                <a:cubicBezTo>
                  <a:pt x="477461" y="21124"/>
                  <a:pt x="469715" y="15736"/>
                  <a:pt x="448036" y="17606"/>
                </a:cubicBezTo>
                <a:cubicBezTo>
                  <a:pt x="426357" y="19476"/>
                  <a:pt x="383322" y="43958"/>
                  <a:pt x="353271" y="46036"/>
                </a:cubicBezTo>
                <a:cubicBezTo>
                  <a:pt x="323221" y="48114"/>
                  <a:pt x="301894" y="30187"/>
                  <a:pt x="267733" y="30076"/>
                </a:cubicBezTo>
                <a:cubicBezTo>
                  <a:pt x="233572" y="29965"/>
                  <a:pt x="185340" y="50151"/>
                  <a:pt x="148307" y="45371"/>
                </a:cubicBezTo>
                <a:cubicBezTo>
                  <a:pt x="111274" y="40591"/>
                  <a:pt x="67096" y="5703"/>
                  <a:pt x="45534" y="1397"/>
                </a:cubicBezTo>
                <a:cubicBezTo>
                  <a:pt x="23972" y="-2909"/>
                  <a:pt x="23367" y="2631"/>
                  <a:pt x="18934" y="19536"/>
                </a:cubicBezTo>
                <a:cubicBezTo>
                  <a:pt x="14501" y="36441"/>
                  <a:pt x="15537" y="88437"/>
                  <a:pt x="18934" y="102828"/>
                </a:cubicBezTo>
                <a:cubicBezTo>
                  <a:pt x="22332" y="117219"/>
                  <a:pt x="-37344" y="105120"/>
                  <a:pt x="39319" y="105884"/>
                </a:cubicBezTo>
                <a:cubicBezTo>
                  <a:pt x="115983" y="106648"/>
                  <a:pt x="404911" y="108432"/>
                  <a:pt x="478915" y="107413"/>
                </a:cubicBezTo>
                <a:cubicBezTo>
                  <a:pt x="552920" y="106394"/>
                  <a:pt x="482608" y="111870"/>
                  <a:pt x="483346" y="99771"/>
                </a:cubicBezTo>
                <a:cubicBezTo>
                  <a:pt x="484085" y="87672"/>
                  <a:pt x="489231" y="48512"/>
                  <a:pt x="483346" y="34818"/>
                </a:cubicBezTo>
                <a:close/>
              </a:path>
            </a:pathLst>
          </a:custGeom>
          <a:solidFill>
            <a:srgbClr val="A9874B">
              <a:alpha val="33930"/>
            </a:srgbClr>
          </a:solidFill>
          <a:ln>
            <a:noFill/>
          </a:ln>
        </p:spPr>
      </p:sp>
      <p:sp>
        <p:nvSpPr>
          <p:cNvPr id="1523" name="Google Shape;1523;p21"/>
          <p:cNvSpPr/>
          <p:nvPr/>
        </p:nvSpPr>
        <p:spPr>
          <a:xfrm>
            <a:off x="-1618128" y="5058516"/>
            <a:ext cx="15528800" cy="2803033"/>
          </a:xfrm>
          <a:custGeom>
            <a:avLst/>
            <a:gdLst/>
            <a:ahLst/>
            <a:cxnLst/>
            <a:rect l="l" t="t" r="r" b="b"/>
            <a:pathLst>
              <a:path w="465864" h="84091" extrusionOk="0">
                <a:moveTo>
                  <a:pt x="26777" y="19859"/>
                </a:moveTo>
                <a:cubicBezTo>
                  <a:pt x="36308" y="8774"/>
                  <a:pt x="60479" y="7265"/>
                  <a:pt x="83962" y="8899"/>
                </a:cubicBezTo>
                <a:cubicBezTo>
                  <a:pt x="107445" y="10533"/>
                  <a:pt x="140169" y="27945"/>
                  <a:pt x="167674" y="29663"/>
                </a:cubicBezTo>
                <a:cubicBezTo>
                  <a:pt x="195179" y="31381"/>
                  <a:pt x="222825" y="20186"/>
                  <a:pt x="248992" y="19205"/>
                </a:cubicBezTo>
                <a:cubicBezTo>
                  <a:pt x="275159" y="18225"/>
                  <a:pt x="294213" y="26176"/>
                  <a:pt x="324674" y="23780"/>
                </a:cubicBezTo>
                <a:cubicBezTo>
                  <a:pt x="355135" y="21384"/>
                  <a:pt x="411092" y="7659"/>
                  <a:pt x="431757" y="4827"/>
                </a:cubicBezTo>
                <a:cubicBezTo>
                  <a:pt x="452422" y="1995"/>
                  <a:pt x="445846" y="-5412"/>
                  <a:pt x="448664" y="6788"/>
                </a:cubicBezTo>
                <a:cubicBezTo>
                  <a:pt x="451482" y="18988"/>
                  <a:pt x="451750" y="65718"/>
                  <a:pt x="448664" y="78027"/>
                </a:cubicBezTo>
                <a:cubicBezTo>
                  <a:pt x="445578" y="90336"/>
                  <a:pt x="499790" y="79988"/>
                  <a:pt x="430146" y="80641"/>
                </a:cubicBezTo>
                <a:cubicBezTo>
                  <a:pt x="360502" y="81295"/>
                  <a:pt x="98030" y="82820"/>
                  <a:pt x="30802" y="81948"/>
                </a:cubicBezTo>
                <a:cubicBezTo>
                  <a:pt x="-36426" y="81077"/>
                  <a:pt x="27448" y="85760"/>
                  <a:pt x="26777" y="75412"/>
                </a:cubicBezTo>
                <a:cubicBezTo>
                  <a:pt x="26106" y="65064"/>
                  <a:pt x="17246" y="30945"/>
                  <a:pt x="26777" y="19859"/>
                </a:cubicBezTo>
                <a:close/>
              </a:path>
            </a:pathLst>
          </a:custGeom>
          <a:solidFill>
            <a:schemeClr val="dk2"/>
          </a:solidFill>
          <a:ln>
            <a:noFill/>
          </a:ln>
        </p:spPr>
      </p:sp>
      <p:grpSp>
        <p:nvGrpSpPr>
          <p:cNvPr id="1524" name="Google Shape;1524;p21"/>
          <p:cNvGrpSpPr/>
          <p:nvPr/>
        </p:nvGrpSpPr>
        <p:grpSpPr>
          <a:xfrm>
            <a:off x="5936089" y="5454981"/>
            <a:ext cx="493249" cy="728643"/>
            <a:chOff x="-287452" y="1948281"/>
            <a:chExt cx="325850" cy="481355"/>
          </a:xfrm>
        </p:grpSpPr>
        <p:sp>
          <p:nvSpPr>
            <p:cNvPr id="1525" name="Google Shape;1525;p21"/>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21"/>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21"/>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21"/>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9" name="Google Shape;1529;p21"/>
          <p:cNvGrpSpPr/>
          <p:nvPr/>
        </p:nvGrpSpPr>
        <p:grpSpPr>
          <a:xfrm>
            <a:off x="11532179" y="4951348"/>
            <a:ext cx="493231" cy="1039529"/>
            <a:chOff x="659672" y="1912000"/>
            <a:chExt cx="262823" cy="553923"/>
          </a:xfrm>
        </p:grpSpPr>
        <p:sp>
          <p:nvSpPr>
            <p:cNvPr id="1530" name="Google Shape;1530;p2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2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32" name="Google Shape;1532;p21"/>
          <p:cNvGrpSpPr/>
          <p:nvPr/>
        </p:nvGrpSpPr>
        <p:grpSpPr>
          <a:xfrm>
            <a:off x="-27200" y="6183535"/>
            <a:ext cx="12246400" cy="686699"/>
            <a:chOff x="-20400" y="4637651"/>
            <a:chExt cx="9184800" cy="515024"/>
          </a:xfrm>
        </p:grpSpPr>
        <p:sp>
          <p:nvSpPr>
            <p:cNvPr id="1533" name="Google Shape;1533;p21"/>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34" name="Google Shape;1534;p21"/>
            <p:cNvGrpSpPr/>
            <p:nvPr/>
          </p:nvGrpSpPr>
          <p:grpSpPr>
            <a:xfrm>
              <a:off x="335951" y="4637651"/>
              <a:ext cx="8472099" cy="486325"/>
              <a:chOff x="432948" y="4542401"/>
              <a:chExt cx="8472099" cy="486325"/>
            </a:xfrm>
          </p:grpSpPr>
          <p:sp>
            <p:nvSpPr>
              <p:cNvPr id="1535" name="Google Shape;1535;p21"/>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21"/>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21"/>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21"/>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21"/>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21"/>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21"/>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21"/>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21"/>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21"/>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21"/>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21"/>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21"/>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8" name="Google Shape;1548;p21"/>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9" name="Google Shape;1549;p21"/>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21"/>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21"/>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21"/>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21"/>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21"/>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21"/>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21"/>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7" name="Google Shape;1557;p21"/>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8" name="Google Shape;1558;p21"/>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9" name="Google Shape;1559;p21"/>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0" name="Google Shape;1560;p21"/>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1" name="Google Shape;1561;p21"/>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2" name="Google Shape;1562;p21"/>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3" name="Google Shape;1563;p21"/>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4" name="Google Shape;1564;p21"/>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21"/>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21"/>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7" name="Google Shape;1567;p21"/>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8" name="Google Shape;1568;p21"/>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21"/>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21"/>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1" name="Google Shape;1571;p21"/>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572" name="Google Shape;1572;p21"/>
          <p:cNvGrpSpPr/>
          <p:nvPr/>
        </p:nvGrpSpPr>
        <p:grpSpPr>
          <a:xfrm>
            <a:off x="634176" y="5058511"/>
            <a:ext cx="391536" cy="825199"/>
            <a:chOff x="659672" y="1912000"/>
            <a:chExt cx="262823" cy="553923"/>
          </a:xfrm>
        </p:grpSpPr>
        <p:sp>
          <p:nvSpPr>
            <p:cNvPr id="1573" name="Google Shape;1573;p2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4" name="Google Shape;1574;p2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75" name="Google Shape;1575;p21"/>
          <p:cNvGrpSpPr/>
          <p:nvPr/>
        </p:nvGrpSpPr>
        <p:grpSpPr>
          <a:xfrm>
            <a:off x="2048727" y="345486"/>
            <a:ext cx="1374029" cy="597828"/>
            <a:chOff x="1688595" y="4276214"/>
            <a:chExt cx="1030522" cy="448371"/>
          </a:xfrm>
        </p:grpSpPr>
        <p:sp>
          <p:nvSpPr>
            <p:cNvPr id="1576" name="Google Shape;1576;p21"/>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7" name="Google Shape;1577;p21"/>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8" name="Google Shape;1578;p21"/>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9" name="Google Shape;1579;p21"/>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80" name="Google Shape;1580;p21"/>
          <p:cNvGrpSpPr/>
          <p:nvPr/>
        </p:nvGrpSpPr>
        <p:grpSpPr>
          <a:xfrm>
            <a:off x="10713044" y="3053748"/>
            <a:ext cx="2131459" cy="1005080"/>
            <a:chOff x="6734221" y="539399"/>
            <a:chExt cx="1598594" cy="753810"/>
          </a:xfrm>
        </p:grpSpPr>
        <p:sp>
          <p:nvSpPr>
            <p:cNvPr id="1581" name="Google Shape;1581;p21"/>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2" name="Google Shape;1582;p21"/>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3" name="Google Shape;1583;p21"/>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4" name="Google Shape;1584;p21"/>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5" name="Google Shape;1585;p21"/>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6" name="Google Shape;1586;p21"/>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7" name="Google Shape;1587;p21"/>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8" name="Google Shape;1588;p21"/>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9" name="Google Shape;1589;p21"/>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90" name="Google Shape;1590;p21"/>
          <p:cNvGrpSpPr/>
          <p:nvPr/>
        </p:nvGrpSpPr>
        <p:grpSpPr>
          <a:xfrm>
            <a:off x="-796472" y="3254648"/>
            <a:ext cx="2131459" cy="1005080"/>
            <a:chOff x="6734221" y="539399"/>
            <a:chExt cx="1598594" cy="753810"/>
          </a:xfrm>
        </p:grpSpPr>
        <p:sp>
          <p:nvSpPr>
            <p:cNvPr id="1591" name="Google Shape;1591;p21"/>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2" name="Google Shape;1592;p21"/>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3" name="Google Shape;1593;p21"/>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4" name="Google Shape;1594;p21"/>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5" name="Google Shape;1595;p21"/>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6" name="Google Shape;1596;p21"/>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7" name="Google Shape;1597;p21"/>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8" name="Google Shape;1598;p21"/>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9" name="Google Shape;1599;p21"/>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00" name="Google Shape;1600;p21"/>
          <p:cNvGrpSpPr/>
          <p:nvPr/>
        </p:nvGrpSpPr>
        <p:grpSpPr>
          <a:xfrm>
            <a:off x="5667216" y="76528"/>
            <a:ext cx="2951401" cy="1135736"/>
            <a:chOff x="3352611" y="546734"/>
            <a:chExt cx="2213551" cy="851802"/>
          </a:xfrm>
        </p:grpSpPr>
        <p:sp>
          <p:nvSpPr>
            <p:cNvPr id="1601" name="Google Shape;1601;p21"/>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602" name="Google Shape;1602;p21"/>
            <p:cNvGrpSpPr/>
            <p:nvPr/>
          </p:nvGrpSpPr>
          <p:grpSpPr>
            <a:xfrm>
              <a:off x="3352611" y="546734"/>
              <a:ext cx="2077576" cy="851802"/>
              <a:chOff x="3352611" y="546734"/>
              <a:chExt cx="2077576" cy="851802"/>
            </a:xfrm>
          </p:grpSpPr>
          <p:sp>
            <p:nvSpPr>
              <p:cNvPr id="1603" name="Google Shape;1603;p21"/>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4" name="Google Shape;1604;p21"/>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5" name="Google Shape;1605;p21"/>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6" name="Google Shape;1606;p21"/>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7" name="Google Shape;1607;p21"/>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8" name="Google Shape;1608;p21"/>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9" name="Google Shape;1609;p21"/>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0" name="Google Shape;1610;p21"/>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1" name="Google Shape;1611;p21"/>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225670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12"/>
        <p:cNvGrpSpPr/>
        <p:nvPr/>
      </p:nvGrpSpPr>
      <p:grpSpPr>
        <a:xfrm>
          <a:off x="0" y="0"/>
          <a:ext cx="0" cy="0"/>
          <a:chOff x="0" y="0"/>
          <a:chExt cx="0" cy="0"/>
        </a:xfrm>
      </p:grpSpPr>
      <p:sp>
        <p:nvSpPr>
          <p:cNvPr id="1613" name="Google Shape;1613;p22"/>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1614" name="Google Shape;1614;p22"/>
          <p:cNvSpPr/>
          <p:nvPr/>
        </p:nvSpPr>
        <p:spPr>
          <a:xfrm>
            <a:off x="-2574234" y="5175666"/>
            <a:ext cx="17094067" cy="2811900"/>
          </a:xfrm>
          <a:custGeom>
            <a:avLst/>
            <a:gdLst/>
            <a:ahLst/>
            <a:cxnLst/>
            <a:rect l="l" t="t" r="r" b="b"/>
            <a:pathLst>
              <a:path w="512822" h="84357" extrusionOk="0">
                <a:moveTo>
                  <a:pt x="483346" y="20125"/>
                </a:moveTo>
                <a:cubicBezTo>
                  <a:pt x="478306" y="11830"/>
                  <a:pt x="472442" y="24559"/>
                  <a:pt x="453107" y="25909"/>
                </a:cubicBezTo>
                <a:cubicBezTo>
                  <a:pt x="433773" y="27259"/>
                  <a:pt x="406864" y="27594"/>
                  <a:pt x="367339" y="28223"/>
                </a:cubicBezTo>
                <a:cubicBezTo>
                  <a:pt x="327814" y="28852"/>
                  <a:pt x="252464" y="29530"/>
                  <a:pt x="215959" y="29685"/>
                </a:cubicBezTo>
                <a:cubicBezTo>
                  <a:pt x="179454" y="29840"/>
                  <a:pt x="178043" y="33250"/>
                  <a:pt x="148307" y="29151"/>
                </a:cubicBezTo>
                <a:cubicBezTo>
                  <a:pt x="118572" y="25052"/>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615" name="Google Shape;1615;p22"/>
          <p:cNvSpPr/>
          <p:nvPr/>
        </p:nvSpPr>
        <p:spPr>
          <a:xfrm>
            <a:off x="-1617270" y="5543698"/>
            <a:ext cx="15527967" cy="2643633"/>
          </a:xfrm>
          <a:custGeom>
            <a:avLst/>
            <a:gdLst/>
            <a:ahLst/>
            <a:cxnLst/>
            <a:rect l="l" t="t" r="r" b="b"/>
            <a:pathLst>
              <a:path w="465839" h="79309" extrusionOk="0">
                <a:moveTo>
                  <a:pt x="26092" y="26418"/>
                </a:moveTo>
                <a:cubicBezTo>
                  <a:pt x="35245" y="17668"/>
                  <a:pt x="59204" y="19105"/>
                  <a:pt x="81671" y="18130"/>
                </a:cubicBezTo>
                <a:cubicBezTo>
                  <a:pt x="104138" y="17155"/>
                  <a:pt x="118074" y="20414"/>
                  <a:pt x="160896" y="20567"/>
                </a:cubicBezTo>
                <a:cubicBezTo>
                  <a:pt x="203718" y="20721"/>
                  <a:pt x="297365" y="20360"/>
                  <a:pt x="338602" y="19051"/>
                </a:cubicBezTo>
                <a:cubicBezTo>
                  <a:pt x="379839" y="17742"/>
                  <a:pt x="393247" y="12713"/>
                  <a:pt x="408320" y="12713"/>
                </a:cubicBezTo>
                <a:cubicBezTo>
                  <a:pt x="423393" y="12713"/>
                  <a:pt x="422320" y="20836"/>
                  <a:pt x="429040" y="19051"/>
                </a:cubicBezTo>
                <a:cubicBezTo>
                  <a:pt x="435760" y="17267"/>
                  <a:pt x="445372" y="-7026"/>
                  <a:pt x="448638" y="2006"/>
                </a:cubicBezTo>
                <a:cubicBezTo>
                  <a:pt x="451904" y="11038"/>
                  <a:pt x="451724" y="60936"/>
                  <a:pt x="448638" y="73245"/>
                </a:cubicBezTo>
                <a:cubicBezTo>
                  <a:pt x="445552" y="85554"/>
                  <a:pt x="499764" y="75206"/>
                  <a:pt x="430120" y="75859"/>
                </a:cubicBezTo>
                <a:cubicBezTo>
                  <a:pt x="360476" y="76513"/>
                  <a:pt x="98004" y="78038"/>
                  <a:pt x="30776" y="77166"/>
                </a:cubicBezTo>
                <a:cubicBezTo>
                  <a:pt x="-36452" y="76295"/>
                  <a:pt x="27532" y="79088"/>
                  <a:pt x="26751" y="70630"/>
                </a:cubicBezTo>
                <a:cubicBezTo>
                  <a:pt x="25970" y="62172"/>
                  <a:pt x="16939" y="35168"/>
                  <a:pt x="26092" y="26418"/>
                </a:cubicBezTo>
                <a:close/>
              </a:path>
            </a:pathLst>
          </a:custGeom>
          <a:solidFill>
            <a:schemeClr val="dk2"/>
          </a:solidFill>
          <a:ln>
            <a:noFill/>
          </a:ln>
        </p:spPr>
      </p:sp>
      <p:grpSp>
        <p:nvGrpSpPr>
          <p:cNvPr id="1616" name="Google Shape;1616;p22"/>
          <p:cNvGrpSpPr/>
          <p:nvPr/>
        </p:nvGrpSpPr>
        <p:grpSpPr>
          <a:xfrm>
            <a:off x="11564679" y="5099281"/>
            <a:ext cx="493231" cy="1039529"/>
            <a:chOff x="659672" y="1912000"/>
            <a:chExt cx="262823" cy="553923"/>
          </a:xfrm>
        </p:grpSpPr>
        <p:sp>
          <p:nvSpPr>
            <p:cNvPr id="1617" name="Google Shape;1617;p22"/>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8" name="Google Shape;1618;p22"/>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19" name="Google Shape;1619;p22"/>
          <p:cNvGrpSpPr/>
          <p:nvPr/>
        </p:nvGrpSpPr>
        <p:grpSpPr>
          <a:xfrm>
            <a:off x="-27200" y="6183535"/>
            <a:ext cx="12246400" cy="686699"/>
            <a:chOff x="-20400" y="4637651"/>
            <a:chExt cx="9184800" cy="515024"/>
          </a:xfrm>
        </p:grpSpPr>
        <p:sp>
          <p:nvSpPr>
            <p:cNvPr id="1620" name="Google Shape;1620;p22"/>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621" name="Google Shape;1621;p22"/>
            <p:cNvGrpSpPr/>
            <p:nvPr/>
          </p:nvGrpSpPr>
          <p:grpSpPr>
            <a:xfrm>
              <a:off x="335951" y="4637651"/>
              <a:ext cx="8472099" cy="486325"/>
              <a:chOff x="432948" y="4542401"/>
              <a:chExt cx="8472099" cy="486325"/>
            </a:xfrm>
          </p:grpSpPr>
          <p:sp>
            <p:nvSpPr>
              <p:cNvPr id="1622" name="Google Shape;1622;p22"/>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3" name="Google Shape;1623;p22"/>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4" name="Google Shape;1624;p22"/>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5" name="Google Shape;1625;p22"/>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6" name="Google Shape;1626;p22"/>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7" name="Google Shape;1627;p22"/>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8" name="Google Shape;1628;p22"/>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9" name="Google Shape;1629;p22"/>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0" name="Google Shape;1630;p22"/>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1" name="Google Shape;1631;p22"/>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2" name="Google Shape;1632;p22"/>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3" name="Google Shape;1633;p22"/>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4" name="Google Shape;1634;p22"/>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5" name="Google Shape;1635;p22"/>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6" name="Google Shape;1636;p22"/>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7" name="Google Shape;1637;p22"/>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8" name="Google Shape;1638;p22"/>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9" name="Google Shape;1639;p22"/>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0" name="Google Shape;1640;p22"/>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1" name="Google Shape;1641;p22"/>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2" name="Google Shape;1642;p22"/>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3" name="Google Shape;1643;p22"/>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4" name="Google Shape;1644;p22"/>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5" name="Google Shape;1645;p22"/>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6" name="Google Shape;1646;p22"/>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7" name="Google Shape;1647;p22"/>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8" name="Google Shape;1648;p22"/>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9" name="Google Shape;1649;p22"/>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0" name="Google Shape;1650;p22"/>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1" name="Google Shape;1651;p22"/>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2" name="Google Shape;1652;p22"/>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3" name="Google Shape;1653;p22"/>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4" name="Google Shape;1654;p22"/>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5" name="Google Shape;1655;p22"/>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6" name="Google Shape;1656;p22"/>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7" name="Google Shape;1657;p22"/>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8" name="Google Shape;1658;p22"/>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659" name="Google Shape;1659;p22"/>
          <p:cNvGrpSpPr/>
          <p:nvPr/>
        </p:nvGrpSpPr>
        <p:grpSpPr>
          <a:xfrm>
            <a:off x="-843185" y="-382221"/>
            <a:ext cx="2951401" cy="1135736"/>
            <a:chOff x="3352611" y="546734"/>
            <a:chExt cx="2213551" cy="851802"/>
          </a:xfrm>
        </p:grpSpPr>
        <p:sp>
          <p:nvSpPr>
            <p:cNvPr id="1660" name="Google Shape;1660;p22"/>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661" name="Google Shape;1661;p22"/>
            <p:cNvGrpSpPr/>
            <p:nvPr/>
          </p:nvGrpSpPr>
          <p:grpSpPr>
            <a:xfrm>
              <a:off x="3352611" y="546734"/>
              <a:ext cx="2077576" cy="851802"/>
              <a:chOff x="3352611" y="546734"/>
              <a:chExt cx="2077576" cy="851802"/>
            </a:xfrm>
          </p:grpSpPr>
          <p:sp>
            <p:nvSpPr>
              <p:cNvPr id="1662" name="Google Shape;1662;p22"/>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3" name="Google Shape;1663;p22"/>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4" name="Google Shape;1664;p22"/>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5" name="Google Shape;1665;p22"/>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22"/>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7" name="Google Shape;1667;p22"/>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8" name="Google Shape;1668;p22"/>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9" name="Google Shape;1669;p22"/>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0" name="Google Shape;1670;p22"/>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671" name="Google Shape;1671;p22"/>
          <p:cNvGrpSpPr/>
          <p:nvPr/>
        </p:nvGrpSpPr>
        <p:grpSpPr>
          <a:xfrm>
            <a:off x="11307684" y="2786453"/>
            <a:ext cx="2311672" cy="597828"/>
            <a:chOff x="279488" y="3058414"/>
            <a:chExt cx="1733754" cy="448371"/>
          </a:xfrm>
        </p:grpSpPr>
        <p:sp>
          <p:nvSpPr>
            <p:cNvPr id="1672" name="Google Shape;1672;p22"/>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22"/>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4" name="Google Shape;1674;p22"/>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5" name="Google Shape;1675;p22"/>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6" name="Google Shape;1676;p22"/>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22"/>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8" name="Google Shape;1678;p22"/>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9" name="Google Shape;1679;p22"/>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80" name="Google Shape;1680;p22"/>
          <p:cNvGrpSpPr/>
          <p:nvPr/>
        </p:nvGrpSpPr>
        <p:grpSpPr>
          <a:xfrm>
            <a:off x="234776" y="5261645"/>
            <a:ext cx="391536" cy="825199"/>
            <a:chOff x="659672" y="1912000"/>
            <a:chExt cx="262823" cy="553923"/>
          </a:xfrm>
        </p:grpSpPr>
        <p:sp>
          <p:nvSpPr>
            <p:cNvPr id="1681" name="Google Shape;1681;p22"/>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22"/>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83" name="Google Shape;1683;p22"/>
          <p:cNvGrpSpPr/>
          <p:nvPr/>
        </p:nvGrpSpPr>
        <p:grpSpPr>
          <a:xfrm flipH="1">
            <a:off x="10018990" y="84796"/>
            <a:ext cx="2012311" cy="520409"/>
            <a:chOff x="279488" y="3058414"/>
            <a:chExt cx="1733754" cy="448371"/>
          </a:xfrm>
        </p:grpSpPr>
        <p:sp>
          <p:nvSpPr>
            <p:cNvPr id="1684" name="Google Shape;1684;p22"/>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22"/>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6" name="Google Shape;1686;p22"/>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7" name="Google Shape;1687;p22"/>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8" name="Google Shape;1688;p22"/>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22"/>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22"/>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22"/>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92" name="Google Shape;1692;p22"/>
          <p:cNvGrpSpPr/>
          <p:nvPr/>
        </p:nvGrpSpPr>
        <p:grpSpPr>
          <a:xfrm>
            <a:off x="-305792" y="2594971"/>
            <a:ext cx="1189765" cy="501384"/>
            <a:chOff x="605081" y="4084003"/>
            <a:chExt cx="892324" cy="376038"/>
          </a:xfrm>
        </p:grpSpPr>
        <p:sp>
          <p:nvSpPr>
            <p:cNvPr id="1693" name="Google Shape;1693;p22"/>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4" name="Google Shape;1694;p22"/>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5" name="Google Shape;1695;p22"/>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6" name="Google Shape;1696;p22"/>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7" name="Google Shape;1697;p22"/>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9080866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698"/>
        <p:cNvGrpSpPr/>
        <p:nvPr/>
      </p:nvGrpSpPr>
      <p:grpSpPr>
        <a:xfrm>
          <a:off x="0" y="0"/>
          <a:ext cx="0" cy="0"/>
          <a:chOff x="0" y="0"/>
          <a:chExt cx="0" cy="0"/>
        </a:xfrm>
      </p:grpSpPr>
      <p:sp>
        <p:nvSpPr>
          <p:cNvPr id="1699" name="Google Shape;1699;p23"/>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1700" name="Google Shape;1700;p23"/>
          <p:cNvGrpSpPr/>
          <p:nvPr/>
        </p:nvGrpSpPr>
        <p:grpSpPr>
          <a:xfrm>
            <a:off x="-571607" y="2831170"/>
            <a:ext cx="1374029" cy="597828"/>
            <a:chOff x="1688595" y="4276214"/>
            <a:chExt cx="1030522" cy="448371"/>
          </a:xfrm>
        </p:grpSpPr>
        <p:sp>
          <p:nvSpPr>
            <p:cNvPr id="1701" name="Google Shape;1701;p23"/>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23"/>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3" name="Google Shape;1703;p23"/>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4" name="Google Shape;1704;p23"/>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05" name="Google Shape;1705;p23"/>
          <p:cNvGrpSpPr/>
          <p:nvPr/>
        </p:nvGrpSpPr>
        <p:grpSpPr>
          <a:xfrm>
            <a:off x="11197762" y="525299"/>
            <a:ext cx="1799924" cy="1005080"/>
            <a:chOff x="6982871" y="539399"/>
            <a:chExt cx="1349943" cy="753810"/>
          </a:xfrm>
        </p:grpSpPr>
        <p:sp>
          <p:nvSpPr>
            <p:cNvPr id="1706" name="Google Shape;1706;p23"/>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7" name="Google Shape;1707;p23"/>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8" name="Google Shape;1708;p23"/>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9" name="Google Shape;1709;p23"/>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0" name="Google Shape;1710;p23"/>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1" name="Google Shape;1711;p23"/>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2" name="Google Shape;1712;p23"/>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3" name="Google Shape;1713;p23"/>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14" name="Google Shape;1714;p23"/>
          <p:cNvGrpSpPr/>
          <p:nvPr/>
        </p:nvGrpSpPr>
        <p:grpSpPr>
          <a:xfrm>
            <a:off x="3027395" y="-529052"/>
            <a:ext cx="2131459" cy="1005080"/>
            <a:chOff x="6734221" y="539399"/>
            <a:chExt cx="1598594" cy="753810"/>
          </a:xfrm>
        </p:grpSpPr>
        <p:sp>
          <p:nvSpPr>
            <p:cNvPr id="1715" name="Google Shape;1715;p23"/>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23"/>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23"/>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8" name="Google Shape;1718;p23"/>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9" name="Google Shape;1719;p23"/>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23"/>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1" name="Google Shape;1721;p23"/>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2" name="Google Shape;1722;p23"/>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3" name="Google Shape;1723;p23"/>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24" name="Google Shape;1724;p23"/>
          <p:cNvSpPr/>
          <p:nvPr/>
        </p:nvSpPr>
        <p:spPr>
          <a:xfrm>
            <a:off x="-2574234" y="5325096"/>
            <a:ext cx="17116467" cy="2808733"/>
          </a:xfrm>
          <a:custGeom>
            <a:avLst/>
            <a:gdLst/>
            <a:ahLst/>
            <a:cxnLst/>
            <a:rect l="l" t="t" r="r" b="b"/>
            <a:pathLst>
              <a:path w="513494" h="84262" extrusionOk="0">
                <a:moveTo>
                  <a:pt x="466362" y="54075"/>
                </a:moveTo>
                <a:cubicBezTo>
                  <a:pt x="463152" y="45412"/>
                  <a:pt x="480708" y="28154"/>
                  <a:pt x="464087" y="23604"/>
                </a:cubicBezTo>
                <a:cubicBezTo>
                  <a:pt x="447466" y="19054"/>
                  <a:pt x="408160" y="26570"/>
                  <a:pt x="366634" y="26773"/>
                </a:cubicBezTo>
                <a:cubicBezTo>
                  <a:pt x="325108" y="26976"/>
                  <a:pt x="251834" y="24742"/>
                  <a:pt x="214930" y="24823"/>
                </a:cubicBezTo>
                <a:cubicBezTo>
                  <a:pt x="178026" y="24904"/>
                  <a:pt x="174776" y="30565"/>
                  <a:pt x="145212" y="27261"/>
                </a:cubicBezTo>
                <a:cubicBezTo>
                  <a:pt x="115648" y="23957"/>
                  <a:pt x="58592" y="8382"/>
                  <a:pt x="37546" y="4998"/>
                </a:cubicBezTo>
                <a:cubicBezTo>
                  <a:pt x="16500" y="1614"/>
                  <a:pt x="22036" y="-5241"/>
                  <a:pt x="18934" y="6959"/>
                </a:cubicBezTo>
                <a:cubicBezTo>
                  <a:pt x="15832" y="19159"/>
                  <a:pt x="15537" y="65889"/>
                  <a:pt x="18934" y="78198"/>
                </a:cubicBezTo>
                <a:cubicBezTo>
                  <a:pt x="22332" y="90507"/>
                  <a:pt x="-37344" y="80159"/>
                  <a:pt x="39319" y="80812"/>
                </a:cubicBezTo>
                <a:cubicBezTo>
                  <a:pt x="115983" y="81466"/>
                  <a:pt x="404911" y="82991"/>
                  <a:pt x="478915" y="82119"/>
                </a:cubicBezTo>
                <a:cubicBezTo>
                  <a:pt x="552920" y="81248"/>
                  <a:pt x="485438" y="80257"/>
                  <a:pt x="483346" y="75583"/>
                </a:cubicBezTo>
                <a:cubicBezTo>
                  <a:pt x="481254" y="70909"/>
                  <a:pt x="469572" y="62738"/>
                  <a:pt x="466362" y="54075"/>
                </a:cubicBezTo>
                <a:close/>
              </a:path>
            </a:pathLst>
          </a:custGeom>
          <a:solidFill>
            <a:srgbClr val="A9874B">
              <a:alpha val="33930"/>
            </a:srgbClr>
          </a:solidFill>
          <a:ln>
            <a:noFill/>
          </a:ln>
        </p:spPr>
      </p:sp>
      <p:sp>
        <p:nvSpPr>
          <p:cNvPr id="1725" name="Google Shape;1725;p23"/>
          <p:cNvSpPr/>
          <p:nvPr/>
        </p:nvSpPr>
        <p:spPr>
          <a:xfrm>
            <a:off x="-1614073" y="5688737"/>
            <a:ext cx="15524767" cy="2661100"/>
          </a:xfrm>
          <a:custGeom>
            <a:avLst/>
            <a:gdLst/>
            <a:ahLst/>
            <a:cxnLst/>
            <a:rect l="l" t="t" r="r" b="b"/>
            <a:pathLst>
              <a:path w="465743" h="79833" extrusionOk="0">
                <a:moveTo>
                  <a:pt x="23531" y="6601"/>
                </a:moveTo>
                <a:cubicBezTo>
                  <a:pt x="32526" y="-2785"/>
                  <a:pt x="58438" y="12634"/>
                  <a:pt x="80626" y="14838"/>
                </a:cubicBezTo>
                <a:cubicBezTo>
                  <a:pt x="102814" y="17042"/>
                  <a:pt x="128619" y="19808"/>
                  <a:pt x="156660" y="19826"/>
                </a:cubicBezTo>
                <a:cubicBezTo>
                  <a:pt x="184701" y="19844"/>
                  <a:pt x="218802" y="15770"/>
                  <a:pt x="248870" y="14947"/>
                </a:cubicBezTo>
                <a:cubicBezTo>
                  <a:pt x="278939" y="14124"/>
                  <a:pt x="303646" y="14736"/>
                  <a:pt x="337071" y="14889"/>
                </a:cubicBezTo>
                <a:cubicBezTo>
                  <a:pt x="370496" y="15042"/>
                  <a:pt x="430843" y="17924"/>
                  <a:pt x="449421" y="15864"/>
                </a:cubicBezTo>
                <a:cubicBezTo>
                  <a:pt x="468000" y="13804"/>
                  <a:pt x="448689" y="-7121"/>
                  <a:pt x="448542" y="2530"/>
                </a:cubicBezTo>
                <a:cubicBezTo>
                  <a:pt x="448396" y="12181"/>
                  <a:pt x="451628" y="61460"/>
                  <a:pt x="448542" y="73769"/>
                </a:cubicBezTo>
                <a:cubicBezTo>
                  <a:pt x="445456" y="86078"/>
                  <a:pt x="499668" y="75730"/>
                  <a:pt x="430024" y="76383"/>
                </a:cubicBezTo>
                <a:cubicBezTo>
                  <a:pt x="360380" y="77037"/>
                  <a:pt x="97908" y="78562"/>
                  <a:pt x="30680" y="77690"/>
                </a:cubicBezTo>
                <a:cubicBezTo>
                  <a:pt x="-36548" y="76819"/>
                  <a:pt x="27847" y="83002"/>
                  <a:pt x="26655" y="71154"/>
                </a:cubicBezTo>
                <a:cubicBezTo>
                  <a:pt x="25464" y="59306"/>
                  <a:pt x="14536" y="15987"/>
                  <a:pt x="23531" y="6601"/>
                </a:cubicBezTo>
                <a:close/>
              </a:path>
            </a:pathLst>
          </a:custGeom>
          <a:solidFill>
            <a:schemeClr val="dk2"/>
          </a:solidFill>
          <a:ln>
            <a:noFill/>
          </a:ln>
        </p:spPr>
      </p:sp>
      <p:grpSp>
        <p:nvGrpSpPr>
          <p:cNvPr id="1726" name="Google Shape;1726;p23"/>
          <p:cNvGrpSpPr/>
          <p:nvPr/>
        </p:nvGrpSpPr>
        <p:grpSpPr>
          <a:xfrm>
            <a:off x="97646" y="5243464"/>
            <a:ext cx="652655" cy="964185"/>
            <a:chOff x="-287452" y="1948281"/>
            <a:chExt cx="325850" cy="481355"/>
          </a:xfrm>
        </p:grpSpPr>
        <p:sp>
          <p:nvSpPr>
            <p:cNvPr id="1727" name="Google Shape;1727;p23"/>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8" name="Google Shape;1728;p23"/>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9" name="Google Shape;1729;p23"/>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0" name="Google Shape;1730;p23"/>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31" name="Google Shape;1731;p23"/>
          <p:cNvGrpSpPr/>
          <p:nvPr/>
        </p:nvGrpSpPr>
        <p:grpSpPr>
          <a:xfrm>
            <a:off x="-27200" y="6183535"/>
            <a:ext cx="12246400" cy="686699"/>
            <a:chOff x="-20400" y="4637651"/>
            <a:chExt cx="9184800" cy="515024"/>
          </a:xfrm>
        </p:grpSpPr>
        <p:sp>
          <p:nvSpPr>
            <p:cNvPr id="1732" name="Google Shape;1732;p23"/>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733" name="Google Shape;1733;p23"/>
            <p:cNvGrpSpPr/>
            <p:nvPr/>
          </p:nvGrpSpPr>
          <p:grpSpPr>
            <a:xfrm>
              <a:off x="335951" y="4637651"/>
              <a:ext cx="8472099" cy="486325"/>
              <a:chOff x="432948" y="4542401"/>
              <a:chExt cx="8472099" cy="486325"/>
            </a:xfrm>
          </p:grpSpPr>
          <p:sp>
            <p:nvSpPr>
              <p:cNvPr id="1734" name="Google Shape;1734;p23"/>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5" name="Google Shape;1735;p23"/>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6" name="Google Shape;1736;p23"/>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7" name="Google Shape;1737;p23"/>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8" name="Google Shape;1738;p23"/>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9" name="Google Shape;1739;p23"/>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0" name="Google Shape;1740;p23"/>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1" name="Google Shape;1741;p23"/>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2" name="Google Shape;1742;p23"/>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3" name="Google Shape;1743;p23"/>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23"/>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23"/>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6" name="Google Shape;1746;p23"/>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7" name="Google Shape;1747;p23"/>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8" name="Google Shape;1748;p23"/>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9" name="Google Shape;1749;p23"/>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0" name="Google Shape;1750;p23"/>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1" name="Google Shape;1751;p23"/>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2" name="Google Shape;1752;p23"/>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3" name="Google Shape;1753;p23"/>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4" name="Google Shape;1754;p23"/>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5" name="Google Shape;1755;p23"/>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6" name="Google Shape;1756;p23"/>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7" name="Google Shape;1757;p23"/>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8" name="Google Shape;1758;p23"/>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9" name="Google Shape;1759;p23"/>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0" name="Google Shape;1760;p23"/>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1" name="Google Shape;1761;p23"/>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2" name="Google Shape;1762;p23"/>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3" name="Google Shape;1763;p23"/>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4" name="Google Shape;1764;p23"/>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5" name="Google Shape;1765;p23"/>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6" name="Google Shape;1766;p23"/>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23"/>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23"/>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23"/>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23"/>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771" name="Google Shape;1771;p23"/>
          <p:cNvGrpSpPr/>
          <p:nvPr/>
        </p:nvGrpSpPr>
        <p:grpSpPr>
          <a:xfrm>
            <a:off x="11658145" y="5267569"/>
            <a:ext cx="434604" cy="915968"/>
            <a:chOff x="659672" y="1912000"/>
            <a:chExt cx="262823" cy="553923"/>
          </a:xfrm>
        </p:grpSpPr>
        <p:sp>
          <p:nvSpPr>
            <p:cNvPr id="1772" name="Google Shape;1772;p2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2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2518779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74"/>
        <p:cNvGrpSpPr/>
        <p:nvPr/>
      </p:nvGrpSpPr>
      <p:grpSpPr>
        <a:xfrm>
          <a:off x="0" y="0"/>
          <a:ext cx="0" cy="0"/>
          <a:chOff x="0" y="0"/>
          <a:chExt cx="0" cy="0"/>
        </a:xfrm>
      </p:grpSpPr>
      <p:sp>
        <p:nvSpPr>
          <p:cNvPr id="1775" name="Google Shape;1775;p24"/>
          <p:cNvSpPr txBox="1">
            <a:spLocks noGrp="1"/>
          </p:cNvSpPr>
          <p:nvPr>
            <p:ph type="title"/>
          </p:nvPr>
        </p:nvSpPr>
        <p:spPr>
          <a:xfrm>
            <a:off x="4096000" y="713767"/>
            <a:ext cx="4000000" cy="116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6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76" name="Google Shape;1776;p24"/>
          <p:cNvSpPr txBox="1">
            <a:spLocks noGrp="1"/>
          </p:cNvSpPr>
          <p:nvPr>
            <p:ph type="subTitle" idx="1"/>
          </p:nvPr>
        </p:nvSpPr>
        <p:spPr>
          <a:xfrm>
            <a:off x="4096000" y="1877767"/>
            <a:ext cx="4000000" cy="158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777" name="Google Shape;1777;p24"/>
          <p:cNvSpPr txBox="1"/>
          <p:nvPr/>
        </p:nvSpPr>
        <p:spPr>
          <a:xfrm>
            <a:off x="4096000" y="4260433"/>
            <a:ext cx="4000000" cy="820800"/>
          </a:xfrm>
          <a:prstGeom prst="rect">
            <a:avLst/>
          </a:prstGeom>
          <a:noFill/>
          <a:ln>
            <a:noFill/>
          </a:ln>
        </p:spPr>
        <p:txBody>
          <a:bodyPr spcFirstLastPara="1" wrap="square" lIns="121900" tIns="121900" rIns="121900" bIns="121900" anchor="b" anchorCtr="0">
            <a:noAutofit/>
          </a:bodyPr>
          <a:lstStyle/>
          <a:p>
            <a:pPr marL="0" lvl="0" indent="0" algn="ctr" rtl="0">
              <a:lnSpc>
                <a:spcPct val="100000"/>
              </a:lnSpc>
              <a:spcBef>
                <a:spcPts val="400"/>
              </a:spcBef>
              <a:spcAft>
                <a:spcPts val="0"/>
              </a:spcAft>
              <a:buNone/>
            </a:pPr>
            <a:r>
              <a:rPr lang="en" sz="1333">
                <a:solidFill>
                  <a:srgbClr val="191919"/>
                </a:solidFill>
                <a:latin typeface="Nunito"/>
                <a:ea typeface="Nunito"/>
                <a:cs typeface="Nunito"/>
                <a:sym typeface="Nunito"/>
              </a:rPr>
              <a:t>CREDITS: This presentation template was created by </a:t>
            </a:r>
            <a:r>
              <a:rPr lang="en" sz="1333" b="1" u="sng">
                <a:solidFill>
                  <a:schemeClr val="accent1"/>
                </a:solidFill>
                <a:latin typeface="Nunito"/>
                <a:ea typeface="Nunito"/>
                <a:cs typeface="Nunito"/>
                <a:sym typeface="Nunito"/>
                <a:hlinkClick r:id="rId2">
                  <a:extLst>
                    <a:ext uri="{A12FA001-AC4F-418D-AE19-62706E023703}">
                      <ahyp:hlinkClr xmlns:ahyp="http://schemas.microsoft.com/office/drawing/2018/hyperlinkcolor" val="tx"/>
                    </a:ext>
                  </a:extLst>
                </a:hlinkClick>
              </a:rPr>
              <a:t>Slidesgo</a:t>
            </a:r>
            <a:r>
              <a:rPr lang="en" sz="1333">
                <a:solidFill>
                  <a:srgbClr val="191919"/>
                </a:solidFill>
                <a:latin typeface="Nunito"/>
                <a:ea typeface="Nunito"/>
                <a:cs typeface="Nunito"/>
                <a:sym typeface="Nunito"/>
              </a:rPr>
              <a:t>, including icons by </a:t>
            </a:r>
            <a:r>
              <a:rPr lang="en" sz="1333" b="1" u="sng">
                <a:solidFill>
                  <a:schemeClr val="accent1"/>
                </a:solidFill>
                <a:latin typeface="Nunito"/>
                <a:ea typeface="Nunito"/>
                <a:cs typeface="Nunito"/>
                <a:sym typeface="Nunito"/>
                <a:hlinkClick r:id="rId3">
                  <a:extLst>
                    <a:ext uri="{A12FA001-AC4F-418D-AE19-62706E023703}">
                      <ahyp:hlinkClr xmlns:ahyp="http://schemas.microsoft.com/office/drawing/2018/hyperlinkcolor" val="tx"/>
                    </a:ext>
                  </a:extLst>
                </a:hlinkClick>
              </a:rPr>
              <a:t>Flaticon</a:t>
            </a:r>
            <a:r>
              <a:rPr lang="en" sz="1333" b="1">
                <a:solidFill>
                  <a:srgbClr val="191919"/>
                </a:solidFill>
                <a:latin typeface="Nunito"/>
                <a:ea typeface="Nunito"/>
                <a:cs typeface="Nunito"/>
                <a:sym typeface="Nunito"/>
              </a:rPr>
              <a:t> </a:t>
            </a:r>
            <a:r>
              <a:rPr lang="en" sz="1333">
                <a:solidFill>
                  <a:srgbClr val="191919"/>
                </a:solidFill>
                <a:latin typeface="Nunito"/>
                <a:ea typeface="Nunito"/>
                <a:cs typeface="Nunito"/>
                <a:sym typeface="Nunito"/>
              </a:rPr>
              <a:t>and infographics &amp; images by </a:t>
            </a:r>
            <a:r>
              <a:rPr lang="en" sz="1333" b="1" u="sng">
                <a:solidFill>
                  <a:schemeClr val="accent1"/>
                </a:solidFill>
                <a:latin typeface="Nunito"/>
                <a:ea typeface="Nunito"/>
                <a:cs typeface="Nunito"/>
                <a:sym typeface="Nunito"/>
                <a:hlinkClick r:id="rId4">
                  <a:extLst>
                    <a:ext uri="{A12FA001-AC4F-418D-AE19-62706E023703}">
                      <ahyp:hlinkClr xmlns:ahyp="http://schemas.microsoft.com/office/drawing/2018/hyperlinkcolor" val="tx"/>
                    </a:ext>
                  </a:extLst>
                </a:hlinkClick>
              </a:rPr>
              <a:t>Freepik</a:t>
            </a:r>
            <a:endParaRPr sz="1333" b="1" u="sng">
              <a:solidFill>
                <a:schemeClr val="accent1"/>
              </a:solidFill>
              <a:latin typeface="Nunito"/>
              <a:ea typeface="Nunito"/>
              <a:cs typeface="Nunito"/>
              <a:sym typeface="Nunito"/>
            </a:endParaRPr>
          </a:p>
        </p:txBody>
      </p:sp>
      <p:sp>
        <p:nvSpPr>
          <p:cNvPr id="1778" name="Google Shape;1778;p24"/>
          <p:cNvSpPr/>
          <p:nvPr/>
        </p:nvSpPr>
        <p:spPr>
          <a:xfrm>
            <a:off x="-1825855" y="4976479"/>
            <a:ext cx="15343033" cy="2912900"/>
          </a:xfrm>
          <a:custGeom>
            <a:avLst/>
            <a:gdLst/>
            <a:ahLst/>
            <a:cxnLst/>
            <a:rect l="l" t="t" r="r" b="b"/>
            <a:pathLst>
              <a:path w="460291" h="87387" extrusionOk="0">
                <a:moveTo>
                  <a:pt x="8368" y="38950"/>
                </a:moveTo>
                <a:cubicBezTo>
                  <a:pt x="2111" y="31290"/>
                  <a:pt x="-6272" y="38983"/>
                  <a:pt x="7259" y="32661"/>
                </a:cubicBezTo>
                <a:cubicBezTo>
                  <a:pt x="20790" y="26339"/>
                  <a:pt x="51215" y="689"/>
                  <a:pt x="89555" y="1017"/>
                </a:cubicBezTo>
                <a:cubicBezTo>
                  <a:pt x="127896" y="1345"/>
                  <a:pt x="185140" y="34795"/>
                  <a:pt x="237302" y="34629"/>
                </a:cubicBezTo>
                <a:cubicBezTo>
                  <a:pt x="289464" y="34463"/>
                  <a:pt x="369754" y="801"/>
                  <a:pt x="402529" y="20"/>
                </a:cubicBezTo>
                <a:cubicBezTo>
                  <a:pt x="435304" y="-760"/>
                  <a:pt x="426743" y="21915"/>
                  <a:pt x="433952" y="29946"/>
                </a:cubicBezTo>
                <a:cubicBezTo>
                  <a:pt x="441161" y="37977"/>
                  <a:pt x="444093" y="39531"/>
                  <a:pt x="445783" y="48205"/>
                </a:cubicBezTo>
                <a:cubicBezTo>
                  <a:pt x="447473" y="56879"/>
                  <a:pt x="447295" y="75799"/>
                  <a:pt x="444092" y="81992"/>
                </a:cubicBezTo>
                <a:cubicBezTo>
                  <a:pt x="440889" y="88185"/>
                  <a:pt x="492479" y="84521"/>
                  <a:pt x="426566" y="85364"/>
                </a:cubicBezTo>
                <a:cubicBezTo>
                  <a:pt x="360653" y="86207"/>
                  <a:pt x="112241" y="88173"/>
                  <a:pt x="48614" y="87049"/>
                </a:cubicBezTo>
                <a:cubicBezTo>
                  <a:pt x="-15013" y="85925"/>
                  <a:pt x="51512" y="86638"/>
                  <a:pt x="44804" y="78621"/>
                </a:cubicBezTo>
                <a:cubicBezTo>
                  <a:pt x="38096" y="70605"/>
                  <a:pt x="14626" y="46610"/>
                  <a:pt x="8368" y="38950"/>
                </a:cubicBezTo>
                <a:close/>
              </a:path>
            </a:pathLst>
          </a:custGeom>
          <a:solidFill>
            <a:srgbClr val="A9874B">
              <a:alpha val="33930"/>
            </a:srgbClr>
          </a:solidFill>
          <a:ln>
            <a:noFill/>
          </a:ln>
        </p:spPr>
      </p:sp>
      <p:sp>
        <p:nvSpPr>
          <p:cNvPr id="1779" name="Google Shape;1779;p24"/>
          <p:cNvSpPr/>
          <p:nvPr/>
        </p:nvSpPr>
        <p:spPr>
          <a:xfrm>
            <a:off x="-1619084" y="5603904"/>
            <a:ext cx="14672933" cy="1822133"/>
          </a:xfrm>
          <a:custGeom>
            <a:avLst/>
            <a:gdLst/>
            <a:ahLst/>
            <a:cxnLst/>
            <a:rect l="l" t="t" r="r" b="b"/>
            <a:pathLst>
              <a:path w="440188" h="54664" extrusionOk="0">
                <a:moveTo>
                  <a:pt x="23863" y="1591"/>
                </a:moveTo>
                <a:cubicBezTo>
                  <a:pt x="33601" y="-4763"/>
                  <a:pt x="63172" y="9905"/>
                  <a:pt x="83714" y="10818"/>
                </a:cubicBezTo>
                <a:cubicBezTo>
                  <a:pt x="104256" y="11731"/>
                  <a:pt x="122424" y="5903"/>
                  <a:pt x="147113" y="7067"/>
                </a:cubicBezTo>
                <a:cubicBezTo>
                  <a:pt x="171802" y="8231"/>
                  <a:pt x="204499" y="17638"/>
                  <a:pt x="231847" y="17801"/>
                </a:cubicBezTo>
                <a:cubicBezTo>
                  <a:pt x="259196" y="17964"/>
                  <a:pt x="283772" y="8751"/>
                  <a:pt x="311204" y="8044"/>
                </a:cubicBezTo>
                <a:cubicBezTo>
                  <a:pt x="338636" y="7337"/>
                  <a:pt x="375167" y="14055"/>
                  <a:pt x="396439" y="13561"/>
                </a:cubicBezTo>
                <a:cubicBezTo>
                  <a:pt x="417711" y="13067"/>
                  <a:pt x="434145" y="-1114"/>
                  <a:pt x="438834" y="5082"/>
                </a:cubicBezTo>
                <a:cubicBezTo>
                  <a:pt x="443523" y="11278"/>
                  <a:pt x="429873" y="42828"/>
                  <a:pt x="424575" y="50737"/>
                </a:cubicBezTo>
                <a:cubicBezTo>
                  <a:pt x="419278" y="58646"/>
                  <a:pt x="472962" y="52086"/>
                  <a:pt x="407049" y="52535"/>
                </a:cubicBezTo>
                <a:cubicBezTo>
                  <a:pt x="341136" y="52985"/>
                  <a:pt x="92724" y="54033"/>
                  <a:pt x="29097" y="53434"/>
                </a:cubicBezTo>
                <a:cubicBezTo>
                  <a:pt x="-34530" y="52835"/>
                  <a:pt x="26159" y="57581"/>
                  <a:pt x="25287" y="48940"/>
                </a:cubicBezTo>
                <a:cubicBezTo>
                  <a:pt x="24415" y="40300"/>
                  <a:pt x="14125" y="7945"/>
                  <a:pt x="23863" y="1591"/>
                </a:cubicBezTo>
                <a:close/>
              </a:path>
            </a:pathLst>
          </a:custGeom>
          <a:solidFill>
            <a:schemeClr val="dk2"/>
          </a:solidFill>
          <a:ln>
            <a:noFill/>
          </a:ln>
        </p:spPr>
      </p:sp>
      <p:grpSp>
        <p:nvGrpSpPr>
          <p:cNvPr id="1780" name="Google Shape;1780;p24"/>
          <p:cNvGrpSpPr/>
          <p:nvPr/>
        </p:nvGrpSpPr>
        <p:grpSpPr>
          <a:xfrm>
            <a:off x="-27200" y="6183535"/>
            <a:ext cx="12246400" cy="686699"/>
            <a:chOff x="-20400" y="4637651"/>
            <a:chExt cx="9184800" cy="515024"/>
          </a:xfrm>
        </p:grpSpPr>
        <p:sp>
          <p:nvSpPr>
            <p:cNvPr id="1781" name="Google Shape;1781;p24"/>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782" name="Google Shape;1782;p24"/>
            <p:cNvGrpSpPr/>
            <p:nvPr/>
          </p:nvGrpSpPr>
          <p:grpSpPr>
            <a:xfrm>
              <a:off x="335951" y="4637651"/>
              <a:ext cx="8472099" cy="486325"/>
              <a:chOff x="432948" y="4542401"/>
              <a:chExt cx="8472099" cy="486325"/>
            </a:xfrm>
          </p:grpSpPr>
          <p:sp>
            <p:nvSpPr>
              <p:cNvPr id="1783" name="Google Shape;1783;p24"/>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24"/>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24"/>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24"/>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24"/>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8" name="Google Shape;1788;p24"/>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9" name="Google Shape;1789;p24"/>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0" name="Google Shape;1790;p24"/>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1" name="Google Shape;1791;p24"/>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2" name="Google Shape;1792;p24"/>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24"/>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4" name="Google Shape;1794;p24"/>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5" name="Google Shape;1795;p24"/>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6" name="Google Shape;1796;p24"/>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7" name="Google Shape;1797;p24"/>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8" name="Google Shape;1798;p24"/>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9" name="Google Shape;1799;p24"/>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0" name="Google Shape;1800;p24"/>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1" name="Google Shape;1801;p24"/>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2" name="Google Shape;1802;p24"/>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3" name="Google Shape;1803;p24"/>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4" name="Google Shape;1804;p24"/>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5" name="Google Shape;1805;p24"/>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6" name="Google Shape;1806;p24"/>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7" name="Google Shape;1807;p24"/>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8" name="Google Shape;1808;p24"/>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9" name="Google Shape;1809;p24"/>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0" name="Google Shape;1810;p24"/>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1" name="Google Shape;1811;p24"/>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2" name="Google Shape;1812;p24"/>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3" name="Google Shape;1813;p24"/>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4" name="Google Shape;1814;p24"/>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5" name="Google Shape;1815;p24"/>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6" name="Google Shape;1816;p24"/>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7" name="Google Shape;1817;p24"/>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8" name="Google Shape;1818;p24"/>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9" name="Google Shape;1819;p24"/>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820" name="Google Shape;1820;p24"/>
          <p:cNvGrpSpPr/>
          <p:nvPr/>
        </p:nvGrpSpPr>
        <p:grpSpPr>
          <a:xfrm>
            <a:off x="1989546" y="4629014"/>
            <a:ext cx="493231" cy="1039529"/>
            <a:chOff x="659672" y="1912000"/>
            <a:chExt cx="262823" cy="553923"/>
          </a:xfrm>
        </p:grpSpPr>
        <p:sp>
          <p:nvSpPr>
            <p:cNvPr id="1821" name="Google Shape;1821;p2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2" name="Google Shape;1822;p24"/>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3" name="Google Shape;1823;p24"/>
          <p:cNvGrpSpPr/>
          <p:nvPr/>
        </p:nvGrpSpPr>
        <p:grpSpPr>
          <a:xfrm>
            <a:off x="11385981" y="5284424"/>
            <a:ext cx="428233" cy="694419"/>
            <a:chOff x="126609" y="2053364"/>
            <a:chExt cx="228188" cy="370028"/>
          </a:xfrm>
        </p:grpSpPr>
        <p:sp>
          <p:nvSpPr>
            <p:cNvPr id="1824" name="Google Shape;1824;p24"/>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5" name="Google Shape;1825;p24"/>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6" name="Google Shape;1826;p24"/>
          <p:cNvGrpSpPr/>
          <p:nvPr/>
        </p:nvGrpSpPr>
        <p:grpSpPr>
          <a:xfrm>
            <a:off x="213681" y="5361424"/>
            <a:ext cx="428233" cy="694419"/>
            <a:chOff x="126609" y="2053364"/>
            <a:chExt cx="228188" cy="370028"/>
          </a:xfrm>
        </p:grpSpPr>
        <p:sp>
          <p:nvSpPr>
            <p:cNvPr id="1827" name="Google Shape;1827;p24"/>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8" name="Google Shape;1828;p24"/>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9" name="Google Shape;1829;p24"/>
          <p:cNvGrpSpPr/>
          <p:nvPr/>
        </p:nvGrpSpPr>
        <p:grpSpPr>
          <a:xfrm>
            <a:off x="9177713" y="5169146"/>
            <a:ext cx="652655" cy="964185"/>
            <a:chOff x="-287452" y="1948281"/>
            <a:chExt cx="325850" cy="481355"/>
          </a:xfrm>
        </p:grpSpPr>
        <p:sp>
          <p:nvSpPr>
            <p:cNvPr id="1830" name="Google Shape;1830;p24"/>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1" name="Google Shape;1831;p24"/>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2" name="Google Shape;1832;p24"/>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3" name="Google Shape;1833;p24"/>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34" name="Google Shape;1834;p24"/>
          <p:cNvGrpSpPr/>
          <p:nvPr/>
        </p:nvGrpSpPr>
        <p:grpSpPr>
          <a:xfrm>
            <a:off x="1242393" y="420286"/>
            <a:ext cx="1374029" cy="597828"/>
            <a:chOff x="1688595" y="4276214"/>
            <a:chExt cx="1030522" cy="448371"/>
          </a:xfrm>
        </p:grpSpPr>
        <p:sp>
          <p:nvSpPr>
            <p:cNvPr id="1835" name="Google Shape;1835;p24"/>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6" name="Google Shape;1836;p24"/>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7" name="Google Shape;1837;p24"/>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8" name="Google Shape;1838;p24"/>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39" name="Google Shape;1839;p24"/>
          <p:cNvGrpSpPr/>
          <p:nvPr/>
        </p:nvGrpSpPr>
        <p:grpSpPr>
          <a:xfrm>
            <a:off x="11172877" y="3348699"/>
            <a:ext cx="2131459" cy="1005080"/>
            <a:chOff x="6734221" y="539399"/>
            <a:chExt cx="1598594" cy="753810"/>
          </a:xfrm>
        </p:grpSpPr>
        <p:sp>
          <p:nvSpPr>
            <p:cNvPr id="1840" name="Google Shape;1840;p24"/>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1" name="Google Shape;1841;p24"/>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2" name="Google Shape;1842;p24"/>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3" name="Google Shape;1843;p24"/>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4" name="Google Shape;1844;p24"/>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5" name="Google Shape;1845;p24"/>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6" name="Google Shape;1846;p24"/>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7" name="Google Shape;1847;p24"/>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8" name="Google Shape;1848;p24"/>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49" name="Google Shape;1849;p24"/>
          <p:cNvGrpSpPr/>
          <p:nvPr/>
        </p:nvGrpSpPr>
        <p:grpSpPr>
          <a:xfrm>
            <a:off x="-539872" y="3429015"/>
            <a:ext cx="2131459" cy="1005080"/>
            <a:chOff x="6734221" y="539399"/>
            <a:chExt cx="1598594" cy="753810"/>
          </a:xfrm>
        </p:grpSpPr>
        <p:sp>
          <p:nvSpPr>
            <p:cNvPr id="1850" name="Google Shape;1850;p24"/>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1" name="Google Shape;1851;p24"/>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2" name="Google Shape;1852;p24"/>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3" name="Google Shape;1853;p24"/>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4" name="Google Shape;1854;p24"/>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5" name="Google Shape;1855;p24"/>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6" name="Google Shape;1856;p24"/>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7" name="Google Shape;1857;p24"/>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8" name="Google Shape;1858;p24"/>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59" name="Google Shape;1859;p24"/>
          <p:cNvGrpSpPr/>
          <p:nvPr/>
        </p:nvGrpSpPr>
        <p:grpSpPr>
          <a:xfrm>
            <a:off x="7870049" y="51595"/>
            <a:ext cx="2951401" cy="1135736"/>
            <a:chOff x="3352611" y="546734"/>
            <a:chExt cx="2213551" cy="851802"/>
          </a:xfrm>
        </p:grpSpPr>
        <p:sp>
          <p:nvSpPr>
            <p:cNvPr id="1860" name="Google Shape;1860;p2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861" name="Google Shape;1861;p24"/>
            <p:cNvGrpSpPr/>
            <p:nvPr/>
          </p:nvGrpSpPr>
          <p:grpSpPr>
            <a:xfrm>
              <a:off x="3352611" y="546734"/>
              <a:ext cx="2077576" cy="851802"/>
              <a:chOff x="3352611" y="546734"/>
              <a:chExt cx="2077576" cy="851802"/>
            </a:xfrm>
          </p:grpSpPr>
          <p:sp>
            <p:nvSpPr>
              <p:cNvPr id="1862" name="Google Shape;1862;p2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3" name="Google Shape;1863;p2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4" name="Google Shape;1864;p2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5" name="Google Shape;1865;p2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6" name="Google Shape;1866;p2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7" name="Google Shape;1867;p2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8" name="Google Shape;1868;p2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9" name="Google Shape;1869;p2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0" name="Google Shape;1870;p2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7351821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871"/>
        <p:cNvGrpSpPr/>
        <p:nvPr/>
      </p:nvGrpSpPr>
      <p:grpSpPr>
        <a:xfrm>
          <a:off x="0" y="0"/>
          <a:ext cx="0" cy="0"/>
          <a:chOff x="0" y="0"/>
          <a:chExt cx="0" cy="0"/>
        </a:xfrm>
      </p:grpSpPr>
      <p:sp>
        <p:nvSpPr>
          <p:cNvPr id="1872" name="Google Shape;1872;p25"/>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1873" name="Google Shape;1873;p25"/>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1874" name="Google Shape;1874;p25"/>
          <p:cNvGrpSpPr/>
          <p:nvPr/>
        </p:nvGrpSpPr>
        <p:grpSpPr>
          <a:xfrm>
            <a:off x="10847722" y="5321981"/>
            <a:ext cx="493249" cy="728643"/>
            <a:chOff x="-287452" y="1948281"/>
            <a:chExt cx="325850" cy="481355"/>
          </a:xfrm>
        </p:grpSpPr>
        <p:sp>
          <p:nvSpPr>
            <p:cNvPr id="1875" name="Google Shape;1875;p25"/>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6" name="Google Shape;1876;p25"/>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7" name="Google Shape;1877;p25"/>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8" name="Google Shape;1878;p25"/>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79" name="Google Shape;1879;p25"/>
          <p:cNvGrpSpPr/>
          <p:nvPr/>
        </p:nvGrpSpPr>
        <p:grpSpPr>
          <a:xfrm>
            <a:off x="7683413" y="4844181"/>
            <a:ext cx="493231" cy="1039529"/>
            <a:chOff x="659672" y="1912000"/>
            <a:chExt cx="262823" cy="553923"/>
          </a:xfrm>
        </p:grpSpPr>
        <p:sp>
          <p:nvSpPr>
            <p:cNvPr id="1880" name="Google Shape;1880;p2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1" name="Google Shape;1881;p2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82" name="Google Shape;1882;p25"/>
          <p:cNvGrpSpPr/>
          <p:nvPr/>
        </p:nvGrpSpPr>
        <p:grpSpPr>
          <a:xfrm>
            <a:off x="-27200" y="6183535"/>
            <a:ext cx="12246400" cy="686699"/>
            <a:chOff x="-20400" y="4637651"/>
            <a:chExt cx="9184800" cy="515024"/>
          </a:xfrm>
        </p:grpSpPr>
        <p:sp>
          <p:nvSpPr>
            <p:cNvPr id="1883" name="Google Shape;1883;p25"/>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884" name="Google Shape;1884;p25"/>
            <p:cNvGrpSpPr/>
            <p:nvPr/>
          </p:nvGrpSpPr>
          <p:grpSpPr>
            <a:xfrm>
              <a:off x="335951" y="4637651"/>
              <a:ext cx="8472099" cy="486325"/>
              <a:chOff x="432948" y="4542401"/>
              <a:chExt cx="8472099" cy="486325"/>
            </a:xfrm>
          </p:grpSpPr>
          <p:sp>
            <p:nvSpPr>
              <p:cNvPr id="1885" name="Google Shape;1885;p25"/>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25"/>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25"/>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8" name="Google Shape;1888;p25"/>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25"/>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25"/>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25"/>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2" name="Google Shape;1892;p25"/>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3" name="Google Shape;1893;p25"/>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4" name="Google Shape;1894;p25"/>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25"/>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25"/>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25"/>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25"/>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25"/>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25"/>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1" name="Google Shape;1901;p25"/>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2" name="Google Shape;1902;p25"/>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25"/>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25"/>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25"/>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25"/>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25"/>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25"/>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25"/>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25"/>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25"/>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25"/>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25"/>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25"/>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5" name="Google Shape;1915;p25"/>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6" name="Google Shape;1916;p25"/>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7" name="Google Shape;1917;p25"/>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8" name="Google Shape;1918;p25"/>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9" name="Google Shape;1919;p25"/>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25"/>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25"/>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922" name="Google Shape;1922;p25"/>
          <p:cNvGrpSpPr/>
          <p:nvPr/>
        </p:nvGrpSpPr>
        <p:grpSpPr>
          <a:xfrm>
            <a:off x="390227" y="5321978"/>
            <a:ext cx="391536" cy="825199"/>
            <a:chOff x="659672" y="1912000"/>
            <a:chExt cx="262823" cy="553923"/>
          </a:xfrm>
        </p:grpSpPr>
        <p:sp>
          <p:nvSpPr>
            <p:cNvPr id="1923" name="Google Shape;1923;p2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2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25" name="Google Shape;1925;p25"/>
          <p:cNvGrpSpPr/>
          <p:nvPr/>
        </p:nvGrpSpPr>
        <p:grpSpPr>
          <a:xfrm>
            <a:off x="-306771" y="1229506"/>
            <a:ext cx="1536100" cy="1062463"/>
            <a:chOff x="605071" y="918504"/>
            <a:chExt cx="1152075" cy="796847"/>
          </a:xfrm>
        </p:grpSpPr>
        <p:sp>
          <p:nvSpPr>
            <p:cNvPr id="1926" name="Google Shape;1926;p25"/>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25"/>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8" name="Google Shape;1928;p25"/>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9" name="Google Shape;1929;p25"/>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30" name="Google Shape;1930;p25"/>
          <p:cNvGrpSpPr/>
          <p:nvPr/>
        </p:nvGrpSpPr>
        <p:grpSpPr>
          <a:xfrm>
            <a:off x="10783995" y="615665"/>
            <a:ext cx="2131459" cy="1005080"/>
            <a:chOff x="6734221" y="539399"/>
            <a:chExt cx="1598594" cy="753810"/>
          </a:xfrm>
        </p:grpSpPr>
        <p:sp>
          <p:nvSpPr>
            <p:cNvPr id="1931" name="Google Shape;1931;p2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2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2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2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2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2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2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2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2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40" name="Google Shape;1940;p25"/>
          <p:cNvGrpSpPr/>
          <p:nvPr/>
        </p:nvGrpSpPr>
        <p:grpSpPr>
          <a:xfrm flipH="1">
            <a:off x="10783990" y="4234262"/>
            <a:ext cx="2012311" cy="520409"/>
            <a:chOff x="279488" y="3058414"/>
            <a:chExt cx="1733754" cy="448371"/>
          </a:xfrm>
        </p:grpSpPr>
        <p:sp>
          <p:nvSpPr>
            <p:cNvPr id="1941" name="Google Shape;1941;p25"/>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2" name="Google Shape;1942;p25"/>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3" name="Google Shape;1943;p25"/>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4" name="Google Shape;1944;p25"/>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5" name="Google Shape;1945;p25"/>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6" name="Google Shape;1946;p25"/>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7" name="Google Shape;1947;p25"/>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8" name="Google Shape;1948;p25"/>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1459326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949"/>
        <p:cNvGrpSpPr/>
        <p:nvPr/>
      </p:nvGrpSpPr>
      <p:grpSpPr>
        <a:xfrm>
          <a:off x="0" y="0"/>
          <a:ext cx="0" cy="0"/>
          <a:chOff x="0" y="0"/>
          <a:chExt cx="0" cy="0"/>
        </a:xfrm>
      </p:grpSpPr>
      <p:sp>
        <p:nvSpPr>
          <p:cNvPr id="1950" name="Google Shape;1950;p26"/>
          <p:cNvSpPr/>
          <p:nvPr/>
        </p:nvSpPr>
        <p:spPr>
          <a:xfrm>
            <a:off x="-2574234" y="5175666"/>
            <a:ext cx="17094067" cy="2811900"/>
          </a:xfrm>
          <a:custGeom>
            <a:avLst/>
            <a:gdLst/>
            <a:ahLst/>
            <a:cxnLst/>
            <a:rect l="l" t="t" r="r" b="b"/>
            <a:pathLst>
              <a:path w="512822" h="84357" extrusionOk="0">
                <a:moveTo>
                  <a:pt x="483346" y="20125"/>
                </a:moveTo>
                <a:cubicBezTo>
                  <a:pt x="478306" y="11830"/>
                  <a:pt x="472442" y="24559"/>
                  <a:pt x="453107" y="25909"/>
                </a:cubicBezTo>
                <a:cubicBezTo>
                  <a:pt x="433773" y="27259"/>
                  <a:pt x="406864" y="27594"/>
                  <a:pt x="367339" y="28223"/>
                </a:cubicBezTo>
                <a:cubicBezTo>
                  <a:pt x="327814" y="28852"/>
                  <a:pt x="252464" y="29530"/>
                  <a:pt x="215959" y="29685"/>
                </a:cubicBezTo>
                <a:cubicBezTo>
                  <a:pt x="179454" y="29840"/>
                  <a:pt x="178043" y="33250"/>
                  <a:pt x="148307" y="29151"/>
                </a:cubicBezTo>
                <a:cubicBezTo>
                  <a:pt x="118572" y="25052"/>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951" name="Google Shape;1951;p26"/>
          <p:cNvSpPr/>
          <p:nvPr/>
        </p:nvSpPr>
        <p:spPr>
          <a:xfrm>
            <a:off x="-1617270" y="5543698"/>
            <a:ext cx="15527967" cy="2643633"/>
          </a:xfrm>
          <a:custGeom>
            <a:avLst/>
            <a:gdLst/>
            <a:ahLst/>
            <a:cxnLst/>
            <a:rect l="l" t="t" r="r" b="b"/>
            <a:pathLst>
              <a:path w="465839" h="79309" extrusionOk="0">
                <a:moveTo>
                  <a:pt x="26092" y="26418"/>
                </a:moveTo>
                <a:cubicBezTo>
                  <a:pt x="35245" y="17668"/>
                  <a:pt x="59204" y="19105"/>
                  <a:pt x="81671" y="18130"/>
                </a:cubicBezTo>
                <a:cubicBezTo>
                  <a:pt x="104138" y="17155"/>
                  <a:pt x="118074" y="20414"/>
                  <a:pt x="160896" y="20567"/>
                </a:cubicBezTo>
                <a:cubicBezTo>
                  <a:pt x="203718" y="20721"/>
                  <a:pt x="297365" y="20360"/>
                  <a:pt x="338602" y="19051"/>
                </a:cubicBezTo>
                <a:cubicBezTo>
                  <a:pt x="379839" y="17742"/>
                  <a:pt x="393247" y="12713"/>
                  <a:pt x="408320" y="12713"/>
                </a:cubicBezTo>
                <a:cubicBezTo>
                  <a:pt x="423393" y="12713"/>
                  <a:pt x="422320" y="20836"/>
                  <a:pt x="429040" y="19051"/>
                </a:cubicBezTo>
                <a:cubicBezTo>
                  <a:pt x="435760" y="17267"/>
                  <a:pt x="445372" y="-7026"/>
                  <a:pt x="448638" y="2006"/>
                </a:cubicBezTo>
                <a:cubicBezTo>
                  <a:pt x="451904" y="11038"/>
                  <a:pt x="451724" y="60936"/>
                  <a:pt x="448638" y="73245"/>
                </a:cubicBezTo>
                <a:cubicBezTo>
                  <a:pt x="445552" y="85554"/>
                  <a:pt x="499764" y="75206"/>
                  <a:pt x="430120" y="75859"/>
                </a:cubicBezTo>
                <a:cubicBezTo>
                  <a:pt x="360476" y="76513"/>
                  <a:pt x="98004" y="78038"/>
                  <a:pt x="30776" y="77166"/>
                </a:cubicBezTo>
                <a:cubicBezTo>
                  <a:pt x="-36452" y="76295"/>
                  <a:pt x="27532" y="79088"/>
                  <a:pt x="26751" y="70630"/>
                </a:cubicBezTo>
                <a:cubicBezTo>
                  <a:pt x="25970" y="62172"/>
                  <a:pt x="16939" y="35168"/>
                  <a:pt x="26092" y="26418"/>
                </a:cubicBezTo>
                <a:close/>
              </a:path>
            </a:pathLst>
          </a:custGeom>
          <a:solidFill>
            <a:schemeClr val="dk2"/>
          </a:solidFill>
          <a:ln>
            <a:noFill/>
          </a:ln>
        </p:spPr>
      </p:sp>
      <p:grpSp>
        <p:nvGrpSpPr>
          <p:cNvPr id="1952" name="Google Shape;1952;p26"/>
          <p:cNvGrpSpPr/>
          <p:nvPr/>
        </p:nvGrpSpPr>
        <p:grpSpPr>
          <a:xfrm>
            <a:off x="11564679" y="5099281"/>
            <a:ext cx="493231" cy="1039529"/>
            <a:chOff x="659672" y="1912000"/>
            <a:chExt cx="262823" cy="553923"/>
          </a:xfrm>
        </p:grpSpPr>
        <p:sp>
          <p:nvSpPr>
            <p:cNvPr id="1953" name="Google Shape;1953;p26"/>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4" name="Google Shape;1954;p26"/>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55" name="Google Shape;1955;p26"/>
          <p:cNvGrpSpPr/>
          <p:nvPr/>
        </p:nvGrpSpPr>
        <p:grpSpPr>
          <a:xfrm>
            <a:off x="-27200" y="6183535"/>
            <a:ext cx="12246400" cy="686699"/>
            <a:chOff x="-20400" y="4637651"/>
            <a:chExt cx="9184800" cy="515024"/>
          </a:xfrm>
        </p:grpSpPr>
        <p:sp>
          <p:nvSpPr>
            <p:cNvPr id="1956" name="Google Shape;1956;p26"/>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957" name="Google Shape;1957;p26"/>
            <p:cNvGrpSpPr/>
            <p:nvPr/>
          </p:nvGrpSpPr>
          <p:grpSpPr>
            <a:xfrm>
              <a:off x="335951" y="4637651"/>
              <a:ext cx="8472099" cy="486325"/>
              <a:chOff x="432948" y="4542401"/>
              <a:chExt cx="8472099" cy="486325"/>
            </a:xfrm>
          </p:grpSpPr>
          <p:sp>
            <p:nvSpPr>
              <p:cNvPr id="1958" name="Google Shape;1958;p26"/>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9" name="Google Shape;1959;p26"/>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0" name="Google Shape;1960;p26"/>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1" name="Google Shape;1961;p26"/>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2" name="Google Shape;1962;p26"/>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3" name="Google Shape;1963;p26"/>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4" name="Google Shape;1964;p26"/>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5" name="Google Shape;1965;p26"/>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6" name="Google Shape;1966;p26"/>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7" name="Google Shape;1967;p26"/>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8" name="Google Shape;1968;p26"/>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9" name="Google Shape;1969;p26"/>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0" name="Google Shape;1970;p26"/>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1" name="Google Shape;1971;p26"/>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2" name="Google Shape;1972;p26"/>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3" name="Google Shape;1973;p26"/>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4" name="Google Shape;1974;p26"/>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5" name="Google Shape;1975;p26"/>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6" name="Google Shape;1976;p26"/>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7" name="Google Shape;1977;p26"/>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8" name="Google Shape;1978;p26"/>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9" name="Google Shape;1979;p26"/>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0" name="Google Shape;1980;p26"/>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1" name="Google Shape;1981;p26"/>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2" name="Google Shape;1982;p26"/>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3" name="Google Shape;1983;p26"/>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4" name="Google Shape;1984;p26"/>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5" name="Google Shape;1985;p26"/>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6" name="Google Shape;1986;p26"/>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7" name="Google Shape;1987;p26"/>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8" name="Google Shape;1988;p26"/>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9" name="Google Shape;1989;p26"/>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0" name="Google Shape;1990;p26"/>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1" name="Google Shape;1991;p26"/>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2" name="Google Shape;1992;p26"/>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3" name="Google Shape;1993;p26"/>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4" name="Google Shape;1994;p26"/>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995" name="Google Shape;1995;p26"/>
          <p:cNvGrpSpPr/>
          <p:nvPr/>
        </p:nvGrpSpPr>
        <p:grpSpPr>
          <a:xfrm>
            <a:off x="234776" y="5261645"/>
            <a:ext cx="391536" cy="825199"/>
            <a:chOff x="659672" y="1912000"/>
            <a:chExt cx="262823" cy="553923"/>
          </a:xfrm>
        </p:grpSpPr>
        <p:sp>
          <p:nvSpPr>
            <p:cNvPr id="1996" name="Google Shape;1996;p26"/>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7" name="Google Shape;1997;p26"/>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98" name="Google Shape;1998;p26"/>
          <p:cNvGrpSpPr/>
          <p:nvPr/>
        </p:nvGrpSpPr>
        <p:grpSpPr>
          <a:xfrm>
            <a:off x="-843185" y="-382221"/>
            <a:ext cx="2951401" cy="1135736"/>
            <a:chOff x="3352611" y="546734"/>
            <a:chExt cx="2213551" cy="851802"/>
          </a:xfrm>
        </p:grpSpPr>
        <p:sp>
          <p:nvSpPr>
            <p:cNvPr id="1999" name="Google Shape;1999;p26"/>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000" name="Google Shape;2000;p26"/>
            <p:cNvGrpSpPr/>
            <p:nvPr/>
          </p:nvGrpSpPr>
          <p:grpSpPr>
            <a:xfrm>
              <a:off x="3352611" y="546734"/>
              <a:ext cx="2077576" cy="851802"/>
              <a:chOff x="3352611" y="546734"/>
              <a:chExt cx="2077576" cy="851802"/>
            </a:xfrm>
          </p:grpSpPr>
          <p:sp>
            <p:nvSpPr>
              <p:cNvPr id="2001" name="Google Shape;2001;p26"/>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2" name="Google Shape;2002;p26"/>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3" name="Google Shape;2003;p26"/>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4" name="Google Shape;2004;p26"/>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5" name="Google Shape;2005;p26"/>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6" name="Google Shape;2006;p26"/>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7" name="Google Shape;2007;p26"/>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8" name="Google Shape;2008;p26"/>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9" name="Google Shape;2009;p26"/>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010" name="Google Shape;2010;p26"/>
          <p:cNvGrpSpPr/>
          <p:nvPr/>
        </p:nvGrpSpPr>
        <p:grpSpPr>
          <a:xfrm>
            <a:off x="11307684" y="2786453"/>
            <a:ext cx="2311672" cy="597828"/>
            <a:chOff x="279488" y="3058414"/>
            <a:chExt cx="1733754" cy="448371"/>
          </a:xfrm>
        </p:grpSpPr>
        <p:sp>
          <p:nvSpPr>
            <p:cNvPr id="2011" name="Google Shape;2011;p2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2" name="Google Shape;2012;p2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3" name="Google Shape;2013;p2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4" name="Google Shape;2014;p2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5" name="Google Shape;2015;p2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6" name="Google Shape;2016;p2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7" name="Google Shape;2017;p2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8" name="Google Shape;2018;p2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19" name="Google Shape;2019;p26"/>
          <p:cNvGrpSpPr/>
          <p:nvPr/>
        </p:nvGrpSpPr>
        <p:grpSpPr>
          <a:xfrm flipH="1">
            <a:off x="10018990" y="84796"/>
            <a:ext cx="2012311" cy="520409"/>
            <a:chOff x="279488" y="3058414"/>
            <a:chExt cx="1733754" cy="448371"/>
          </a:xfrm>
        </p:grpSpPr>
        <p:sp>
          <p:nvSpPr>
            <p:cNvPr id="2020" name="Google Shape;2020;p2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1" name="Google Shape;2021;p2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2" name="Google Shape;2022;p2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3" name="Google Shape;2023;p2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4" name="Google Shape;2024;p2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5" name="Google Shape;2025;p2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6" name="Google Shape;2026;p2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7" name="Google Shape;2027;p2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28" name="Google Shape;2028;p26"/>
          <p:cNvGrpSpPr/>
          <p:nvPr/>
        </p:nvGrpSpPr>
        <p:grpSpPr>
          <a:xfrm>
            <a:off x="-338292" y="2713887"/>
            <a:ext cx="1189765" cy="501384"/>
            <a:chOff x="605081" y="4084003"/>
            <a:chExt cx="892324" cy="376038"/>
          </a:xfrm>
        </p:grpSpPr>
        <p:sp>
          <p:nvSpPr>
            <p:cNvPr id="2029" name="Google Shape;2029;p26"/>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26"/>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26"/>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2" name="Google Shape;2032;p26"/>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3" name="Google Shape;2033;p26"/>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3446459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2034"/>
        <p:cNvGrpSpPr/>
        <p:nvPr/>
      </p:nvGrpSpPr>
      <p:grpSpPr>
        <a:xfrm>
          <a:off x="0" y="0"/>
          <a:ext cx="0" cy="0"/>
          <a:chOff x="0" y="0"/>
          <a:chExt cx="0" cy="0"/>
        </a:xfrm>
      </p:grpSpPr>
      <p:sp>
        <p:nvSpPr>
          <p:cNvPr id="2035" name="Google Shape;2035;p27"/>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2036" name="Google Shape;2036;p27"/>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2037" name="Google Shape;2037;p27"/>
          <p:cNvGrpSpPr/>
          <p:nvPr/>
        </p:nvGrpSpPr>
        <p:grpSpPr>
          <a:xfrm>
            <a:off x="10836894" y="3"/>
            <a:ext cx="1374029" cy="597828"/>
            <a:chOff x="1688595" y="4276214"/>
            <a:chExt cx="1030522" cy="448371"/>
          </a:xfrm>
        </p:grpSpPr>
        <p:sp>
          <p:nvSpPr>
            <p:cNvPr id="2038" name="Google Shape;2038;p27"/>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27"/>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27"/>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27"/>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42" name="Google Shape;2042;p27"/>
          <p:cNvGrpSpPr/>
          <p:nvPr/>
        </p:nvGrpSpPr>
        <p:grpSpPr>
          <a:xfrm>
            <a:off x="-1030938" y="2681748"/>
            <a:ext cx="1799924" cy="1005080"/>
            <a:chOff x="6982871" y="539399"/>
            <a:chExt cx="1349943" cy="753810"/>
          </a:xfrm>
        </p:grpSpPr>
        <p:sp>
          <p:nvSpPr>
            <p:cNvPr id="2043" name="Google Shape;2043;p2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2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2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2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2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2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2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0" name="Google Shape;2050;p2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51" name="Google Shape;2051;p27"/>
          <p:cNvGrpSpPr/>
          <p:nvPr/>
        </p:nvGrpSpPr>
        <p:grpSpPr>
          <a:xfrm flipH="1">
            <a:off x="11456974" y="4101096"/>
            <a:ext cx="2012311" cy="520409"/>
            <a:chOff x="279488" y="3058414"/>
            <a:chExt cx="1733754" cy="448371"/>
          </a:xfrm>
        </p:grpSpPr>
        <p:sp>
          <p:nvSpPr>
            <p:cNvPr id="2052" name="Google Shape;2052;p27"/>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3" name="Google Shape;2053;p27"/>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27"/>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27"/>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27"/>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7" name="Google Shape;2057;p27"/>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8" name="Google Shape;2058;p27"/>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9" name="Google Shape;2059;p27"/>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60" name="Google Shape;2060;p27"/>
          <p:cNvGrpSpPr/>
          <p:nvPr/>
        </p:nvGrpSpPr>
        <p:grpSpPr>
          <a:xfrm>
            <a:off x="3046189" y="-641766"/>
            <a:ext cx="2774945" cy="1308615"/>
            <a:chOff x="6734221" y="539399"/>
            <a:chExt cx="1598594" cy="753810"/>
          </a:xfrm>
        </p:grpSpPr>
        <p:sp>
          <p:nvSpPr>
            <p:cNvPr id="2061" name="Google Shape;2061;p2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2" name="Google Shape;2062;p2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3" name="Google Shape;2063;p2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4" name="Google Shape;2064;p2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5" name="Google Shape;2065;p2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6" name="Google Shape;2066;p2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7" name="Google Shape;2067;p2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8" name="Google Shape;2068;p2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9" name="Google Shape;2069;p2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70" name="Google Shape;2070;p27"/>
          <p:cNvGrpSpPr/>
          <p:nvPr/>
        </p:nvGrpSpPr>
        <p:grpSpPr>
          <a:xfrm>
            <a:off x="164551" y="5440095"/>
            <a:ext cx="339844" cy="720235"/>
            <a:chOff x="393673" y="1948281"/>
            <a:chExt cx="227128" cy="481355"/>
          </a:xfrm>
        </p:grpSpPr>
        <p:sp>
          <p:nvSpPr>
            <p:cNvPr id="2071" name="Google Shape;2071;p27"/>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2" name="Google Shape;2072;p27"/>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73" name="Google Shape;2073;p27"/>
          <p:cNvGrpSpPr/>
          <p:nvPr/>
        </p:nvGrpSpPr>
        <p:grpSpPr>
          <a:xfrm>
            <a:off x="11456954" y="5235459"/>
            <a:ext cx="611511" cy="903343"/>
            <a:chOff x="-287452" y="1948281"/>
            <a:chExt cx="325850" cy="481355"/>
          </a:xfrm>
        </p:grpSpPr>
        <p:sp>
          <p:nvSpPr>
            <p:cNvPr id="2074" name="Google Shape;2074;p27"/>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5" name="Google Shape;2075;p27"/>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6" name="Google Shape;2076;p27"/>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7" name="Google Shape;2077;p27"/>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78" name="Google Shape;2078;p27"/>
          <p:cNvGrpSpPr/>
          <p:nvPr/>
        </p:nvGrpSpPr>
        <p:grpSpPr>
          <a:xfrm>
            <a:off x="-27200" y="6183535"/>
            <a:ext cx="12246400" cy="686699"/>
            <a:chOff x="-20400" y="4637651"/>
            <a:chExt cx="9184800" cy="515024"/>
          </a:xfrm>
        </p:grpSpPr>
        <p:sp>
          <p:nvSpPr>
            <p:cNvPr id="2079" name="Google Shape;2079;p27"/>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080" name="Google Shape;2080;p27"/>
            <p:cNvGrpSpPr/>
            <p:nvPr/>
          </p:nvGrpSpPr>
          <p:grpSpPr>
            <a:xfrm>
              <a:off x="335951" y="4637651"/>
              <a:ext cx="8472099" cy="486325"/>
              <a:chOff x="432948" y="4542401"/>
              <a:chExt cx="8472099" cy="486325"/>
            </a:xfrm>
          </p:grpSpPr>
          <p:sp>
            <p:nvSpPr>
              <p:cNvPr id="2081" name="Google Shape;2081;p27"/>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2" name="Google Shape;2082;p27"/>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3" name="Google Shape;2083;p27"/>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4" name="Google Shape;2084;p27"/>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27"/>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6" name="Google Shape;2086;p27"/>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7" name="Google Shape;2087;p27"/>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8" name="Google Shape;2088;p27"/>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9" name="Google Shape;2089;p27"/>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0" name="Google Shape;2090;p27"/>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1" name="Google Shape;2091;p27"/>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2" name="Google Shape;2092;p27"/>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3" name="Google Shape;2093;p27"/>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4" name="Google Shape;2094;p27"/>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5" name="Google Shape;2095;p27"/>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6" name="Google Shape;2096;p27"/>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27"/>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8" name="Google Shape;2098;p27"/>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9" name="Google Shape;2099;p27"/>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27"/>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27"/>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27"/>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3" name="Google Shape;2103;p27"/>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4" name="Google Shape;2104;p27"/>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27"/>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6" name="Google Shape;2106;p27"/>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7" name="Google Shape;2107;p27"/>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8" name="Google Shape;2108;p27"/>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9" name="Google Shape;2109;p27"/>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0" name="Google Shape;2110;p27"/>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1" name="Google Shape;2111;p27"/>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2" name="Google Shape;2112;p27"/>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3" name="Google Shape;2113;p27"/>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4" name="Google Shape;2114;p27"/>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5" name="Google Shape;2115;p27"/>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6" name="Google Shape;2116;p27"/>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7" name="Google Shape;2117;p27"/>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4210223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121"/>
        <p:cNvGrpSpPr/>
        <p:nvPr/>
      </p:nvGrpSpPr>
      <p:grpSpPr>
        <a:xfrm>
          <a:off x="0" y="0"/>
          <a:ext cx="0" cy="0"/>
          <a:chOff x="0" y="0"/>
          <a:chExt cx="0" cy="0"/>
        </a:xfrm>
      </p:grpSpPr>
    </p:spTree>
    <p:extLst>
      <p:ext uri="{BB962C8B-B14F-4D97-AF65-F5344CB8AC3E}">
        <p14:creationId xmlns:p14="http://schemas.microsoft.com/office/powerpoint/2010/main" val="22956573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122"/>
        <p:cNvGrpSpPr/>
        <p:nvPr/>
      </p:nvGrpSpPr>
      <p:grpSpPr>
        <a:xfrm>
          <a:off x="0" y="0"/>
          <a:ext cx="0" cy="0"/>
          <a:chOff x="0" y="0"/>
          <a:chExt cx="0" cy="0"/>
        </a:xfrm>
      </p:grpSpPr>
      <p:sp>
        <p:nvSpPr>
          <p:cNvPr id="2123" name="Google Shape;2123;p30"/>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4203578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dk2"/>
            </a:gs>
            <a:gs pos="100000">
              <a:schemeClr val="lt1"/>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800" y="719200"/>
            <a:ext cx="102904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1pPr>
            <a:lvl2pPr lvl="1"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2pPr>
            <a:lvl3pPr lvl="2"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3pPr>
            <a:lvl4pPr lvl="3"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4pPr>
            <a:lvl5pPr lvl="4"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5pPr>
            <a:lvl6pPr lvl="5"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6pPr>
            <a:lvl7pPr lvl="6"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7pPr>
            <a:lvl8pPr lvl="7"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8pPr>
            <a:lvl9pPr lvl="8"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9pPr>
          </a:lstStyle>
          <a:p>
            <a:endParaRPr/>
          </a:p>
        </p:txBody>
      </p:sp>
      <p:sp>
        <p:nvSpPr>
          <p:cNvPr id="7" name="Google Shape;7;p1"/>
          <p:cNvSpPr txBox="1">
            <a:spLocks noGrp="1"/>
          </p:cNvSpPr>
          <p:nvPr>
            <p:ph type="body" idx="1"/>
          </p:nvPr>
        </p:nvSpPr>
        <p:spPr>
          <a:xfrm>
            <a:off x="950800" y="1536633"/>
            <a:ext cx="102904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15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extLst>
      <p:ext uri="{BB962C8B-B14F-4D97-AF65-F5344CB8AC3E}">
        <p14:creationId xmlns:p14="http://schemas.microsoft.com/office/powerpoint/2010/main" val="4230764007"/>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118"/>
        <p:cNvGrpSpPr/>
        <p:nvPr/>
      </p:nvGrpSpPr>
      <p:grpSpPr>
        <a:xfrm>
          <a:off x="0" y="0"/>
          <a:ext cx="0" cy="0"/>
          <a:chOff x="0" y="0"/>
          <a:chExt cx="0" cy="0"/>
        </a:xfrm>
      </p:grpSpPr>
      <p:sp>
        <p:nvSpPr>
          <p:cNvPr id="2119" name="Google Shape;2119;p2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120" name="Google Shape;2120;p2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457516870"/>
      </p:ext>
    </p:extLst>
  </p:cSld>
  <p:clrMap bg1="lt1" tx1="dk1" bg2="dk2" tx2="lt2" accent1="accent1" accent2="accent2" accent3="accent3" accent4="accent4" accent5="accent5" accent6="accent6" hlink="hlink" folHlink="folHlink"/>
  <p:sldLayoutIdLst>
    <p:sldLayoutId id="2147483689" r:id="rId1"/>
    <p:sldLayoutId id="2147483690"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8A78C-2907-4603-3221-1345B523D353}"/>
              </a:ext>
            </a:extLst>
          </p:cNvPr>
          <p:cNvSpPr>
            <a:spLocks noGrp="1"/>
          </p:cNvSpPr>
          <p:nvPr>
            <p:ph type="ctrTitle"/>
          </p:nvPr>
        </p:nvSpPr>
        <p:spPr>
          <a:xfrm>
            <a:off x="1777217" y="275302"/>
            <a:ext cx="8104202" cy="1349693"/>
          </a:xfrm>
        </p:spPr>
        <p:txBody>
          <a:bodyPr/>
          <a:lstStyle/>
          <a:p>
            <a:r>
              <a:rPr lang="en-IN" sz="6000" dirty="0">
                <a:latin typeface="Algerian" panose="04020705040A02060702" pitchFamily="82" charset="0"/>
              </a:rPr>
              <a:t>SMART KRISHI</a:t>
            </a:r>
          </a:p>
        </p:txBody>
      </p:sp>
      <p:sp>
        <p:nvSpPr>
          <p:cNvPr id="3" name="Subtitle 2">
            <a:extLst>
              <a:ext uri="{FF2B5EF4-FFF2-40B4-BE49-F238E27FC236}">
                <a16:creationId xmlns:a16="http://schemas.microsoft.com/office/drawing/2014/main" id="{928A510A-A9D8-91C3-1981-6F78D5BF3B9F}"/>
              </a:ext>
            </a:extLst>
          </p:cNvPr>
          <p:cNvSpPr>
            <a:spLocks noGrp="1"/>
          </p:cNvSpPr>
          <p:nvPr>
            <p:ph type="subTitle" idx="1"/>
          </p:nvPr>
        </p:nvSpPr>
        <p:spPr>
          <a:xfrm>
            <a:off x="405600" y="2647690"/>
            <a:ext cx="5690400" cy="520400"/>
          </a:xfrm>
        </p:spPr>
        <p:txBody>
          <a:bodyPr/>
          <a:lstStyle/>
          <a:p>
            <a:r>
              <a:rPr lang="en-US" dirty="0">
                <a:latin typeface="Elephant" panose="02020904090505020303" pitchFamily="18" charset="0"/>
              </a:rPr>
              <a:t>MODERN FARMING ANCIENT TOOLS</a:t>
            </a:r>
            <a:endParaRPr lang="en-IN" dirty="0">
              <a:latin typeface="Elephant" panose="02020904090505020303" pitchFamily="18" charset="0"/>
            </a:endParaRPr>
          </a:p>
        </p:txBody>
      </p:sp>
      <p:sp>
        <p:nvSpPr>
          <p:cNvPr id="5" name="TextBox 4">
            <a:extLst>
              <a:ext uri="{FF2B5EF4-FFF2-40B4-BE49-F238E27FC236}">
                <a16:creationId xmlns:a16="http://schemas.microsoft.com/office/drawing/2014/main" id="{952EC1DA-9B1B-3681-000E-6519EE2DE96E}"/>
              </a:ext>
            </a:extLst>
          </p:cNvPr>
          <p:cNvSpPr txBox="1"/>
          <p:nvPr/>
        </p:nvSpPr>
        <p:spPr>
          <a:xfrm>
            <a:off x="7128715" y="3582544"/>
            <a:ext cx="6833420" cy="2062103"/>
          </a:xfrm>
          <a:prstGeom prst="rect">
            <a:avLst/>
          </a:prstGeom>
          <a:noFill/>
        </p:spPr>
        <p:txBody>
          <a:bodyPr wrap="square" rtlCol="0">
            <a:spAutoFit/>
          </a:bodyPr>
          <a:lstStyle/>
          <a:p>
            <a:r>
              <a:rPr lang="en-US" sz="3200" b="1" dirty="0">
                <a:solidFill>
                  <a:schemeClr val="bg2">
                    <a:lumMod val="10000"/>
                  </a:schemeClr>
                </a:solidFill>
                <a:latin typeface="Perpetua" panose="02020502060401020303" pitchFamily="18" charset="0"/>
              </a:rPr>
              <a:t>SATYAM YADAV </a:t>
            </a:r>
          </a:p>
          <a:p>
            <a:r>
              <a:rPr lang="en-US" sz="3200" b="1" dirty="0">
                <a:latin typeface="Perpetua" panose="02020502060401020303" pitchFamily="18" charset="0"/>
              </a:rPr>
              <a:t>SHIVAM MISHRA</a:t>
            </a:r>
          </a:p>
          <a:p>
            <a:r>
              <a:rPr lang="en-US" sz="3200" b="1" dirty="0">
                <a:latin typeface="Perpetua" panose="02020502060401020303" pitchFamily="18" charset="0"/>
              </a:rPr>
              <a:t>SAURAV CHAUDHARY</a:t>
            </a:r>
          </a:p>
          <a:p>
            <a:r>
              <a:rPr lang="en-US" sz="3200" b="1" dirty="0">
                <a:latin typeface="Perpetua" panose="02020502060401020303" pitchFamily="18" charset="0"/>
              </a:rPr>
              <a:t>SHAN SHARMA</a:t>
            </a:r>
            <a:endParaRPr lang="en-IN" sz="3200" b="1" dirty="0">
              <a:latin typeface="Perpetua" panose="02020502060401020303" pitchFamily="18" charset="0"/>
            </a:endParaRPr>
          </a:p>
        </p:txBody>
      </p:sp>
      <p:sp>
        <p:nvSpPr>
          <p:cNvPr id="4" name="TextBox 3">
            <a:extLst>
              <a:ext uri="{FF2B5EF4-FFF2-40B4-BE49-F238E27FC236}">
                <a16:creationId xmlns:a16="http://schemas.microsoft.com/office/drawing/2014/main" id="{026D15DE-886F-6F18-2F38-ED599666E811}"/>
              </a:ext>
            </a:extLst>
          </p:cNvPr>
          <p:cNvSpPr txBox="1"/>
          <p:nvPr/>
        </p:nvSpPr>
        <p:spPr>
          <a:xfrm>
            <a:off x="829515" y="4459708"/>
            <a:ext cx="4846198" cy="307777"/>
          </a:xfrm>
          <a:prstGeom prst="rect">
            <a:avLst/>
          </a:prstGeom>
          <a:noFill/>
        </p:spPr>
        <p:txBody>
          <a:bodyPr wrap="none" rtlCol="0">
            <a:spAutoFit/>
          </a:bodyPr>
          <a:lstStyle/>
          <a:p>
            <a:r>
              <a:rPr lang="en-US" dirty="0">
                <a:latin typeface="Elephant" panose="02020904090505020303" pitchFamily="18" charset="0"/>
              </a:rPr>
              <a:t>PRESENTED TO : PROJECT CO-ORDINATOR</a:t>
            </a:r>
            <a:endParaRPr lang="en-IN" dirty="0">
              <a:latin typeface="Elephant" panose="02020904090505020303" pitchFamily="18" charset="0"/>
            </a:endParaRPr>
          </a:p>
        </p:txBody>
      </p:sp>
      <p:sp>
        <p:nvSpPr>
          <p:cNvPr id="6" name="TextBox 5">
            <a:extLst>
              <a:ext uri="{FF2B5EF4-FFF2-40B4-BE49-F238E27FC236}">
                <a16:creationId xmlns:a16="http://schemas.microsoft.com/office/drawing/2014/main" id="{3626AD7C-BC12-9741-B848-747A976676F3}"/>
              </a:ext>
            </a:extLst>
          </p:cNvPr>
          <p:cNvSpPr txBox="1"/>
          <p:nvPr/>
        </p:nvSpPr>
        <p:spPr>
          <a:xfrm>
            <a:off x="7128715" y="3124361"/>
            <a:ext cx="2866490" cy="307777"/>
          </a:xfrm>
          <a:prstGeom prst="rect">
            <a:avLst/>
          </a:prstGeom>
          <a:noFill/>
        </p:spPr>
        <p:txBody>
          <a:bodyPr wrap="none" rtlCol="0">
            <a:spAutoFit/>
          </a:bodyPr>
          <a:lstStyle/>
          <a:p>
            <a:r>
              <a:rPr lang="en-US" dirty="0">
                <a:latin typeface="Elephant" panose="02020904090505020303" pitchFamily="18" charset="0"/>
              </a:rPr>
              <a:t>DOMAIN : AGRICULTURE</a:t>
            </a:r>
            <a:endParaRPr lang="en-IN" dirty="0">
              <a:latin typeface="Elephant" panose="02020904090505020303" pitchFamily="18" charset="0"/>
            </a:endParaRPr>
          </a:p>
        </p:txBody>
      </p:sp>
      <p:sp>
        <p:nvSpPr>
          <p:cNvPr id="7" name="TextBox 6">
            <a:extLst>
              <a:ext uri="{FF2B5EF4-FFF2-40B4-BE49-F238E27FC236}">
                <a16:creationId xmlns:a16="http://schemas.microsoft.com/office/drawing/2014/main" id="{5FB528E6-3721-3956-43B1-71575373ED59}"/>
              </a:ext>
            </a:extLst>
          </p:cNvPr>
          <p:cNvSpPr txBox="1"/>
          <p:nvPr/>
        </p:nvSpPr>
        <p:spPr>
          <a:xfrm>
            <a:off x="4237703" y="2054942"/>
            <a:ext cx="2879314" cy="307777"/>
          </a:xfrm>
          <a:prstGeom prst="rect">
            <a:avLst/>
          </a:prstGeom>
          <a:noFill/>
        </p:spPr>
        <p:txBody>
          <a:bodyPr wrap="none" rtlCol="0">
            <a:spAutoFit/>
          </a:bodyPr>
          <a:lstStyle/>
          <a:p>
            <a:r>
              <a:rPr lang="en-US" dirty="0">
                <a:latin typeface="Arial Rounded MT Bold" panose="020F0704030504030204" pitchFamily="34" charset="0"/>
              </a:rPr>
              <a:t>PROJECT ID : 2DS_MP05_2024</a:t>
            </a:r>
            <a:endParaRPr lang="en-IN" dirty="0">
              <a:latin typeface="Arial Rounded MT Bold" panose="020F0704030504030204" pitchFamily="34" charset="0"/>
            </a:endParaRPr>
          </a:p>
        </p:txBody>
      </p:sp>
    </p:spTree>
    <p:extLst>
      <p:ext uri="{BB962C8B-B14F-4D97-AF65-F5344CB8AC3E}">
        <p14:creationId xmlns:p14="http://schemas.microsoft.com/office/powerpoint/2010/main" val="2769080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70D61A-62B6-2DAC-8B50-E44704F8A429}"/>
              </a:ext>
            </a:extLst>
          </p:cNvPr>
          <p:cNvSpPr txBox="1"/>
          <p:nvPr/>
        </p:nvSpPr>
        <p:spPr>
          <a:xfrm>
            <a:off x="4853354" y="411982"/>
            <a:ext cx="5697415" cy="646331"/>
          </a:xfrm>
          <a:prstGeom prst="rect">
            <a:avLst/>
          </a:prstGeom>
          <a:noFill/>
        </p:spPr>
        <p:txBody>
          <a:bodyPr wrap="square" rtlCol="0">
            <a:spAutoFit/>
          </a:bodyPr>
          <a:lstStyle/>
          <a:p>
            <a:r>
              <a:rPr lang="en-US" sz="3600" dirty="0">
                <a:latin typeface="Algerian" panose="04020705040A02060702" pitchFamily="82" charset="0"/>
              </a:rPr>
              <a:t>INDEX</a:t>
            </a:r>
            <a:endParaRPr lang="en-IN" sz="3600" dirty="0">
              <a:latin typeface="Algerian" panose="04020705040A02060702" pitchFamily="82" charset="0"/>
            </a:endParaRPr>
          </a:p>
        </p:txBody>
      </p:sp>
      <p:sp>
        <p:nvSpPr>
          <p:cNvPr id="4" name="TextBox 3">
            <a:extLst>
              <a:ext uri="{FF2B5EF4-FFF2-40B4-BE49-F238E27FC236}">
                <a16:creationId xmlns:a16="http://schemas.microsoft.com/office/drawing/2014/main" id="{0086924D-E060-6949-F589-4F33163DD0C0}"/>
              </a:ext>
            </a:extLst>
          </p:cNvPr>
          <p:cNvSpPr txBox="1"/>
          <p:nvPr/>
        </p:nvSpPr>
        <p:spPr>
          <a:xfrm>
            <a:off x="1477107" y="1213816"/>
            <a:ext cx="9696659" cy="5232202"/>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solidFill>
                  <a:schemeClr val="bg2">
                    <a:lumMod val="10000"/>
                  </a:schemeClr>
                </a:solidFill>
                <a:latin typeface="+mj-lt"/>
              </a:rPr>
              <a:t>ABSTRACT</a:t>
            </a:r>
          </a:p>
          <a:p>
            <a:pPr marL="285750" lvl="1" indent="-285750">
              <a:buFont typeface="Wingdings" panose="05000000000000000000" pitchFamily="2" charset="2"/>
              <a:buChar char="§"/>
            </a:pPr>
            <a:r>
              <a:rPr lang="en-IN" sz="2000" b="1" dirty="0">
                <a:latin typeface="+mj-lt"/>
              </a:rPr>
              <a:t>PROBLEM STATEMENT</a:t>
            </a:r>
            <a:endParaRPr lang="en-US" sz="2000" b="1" dirty="0">
              <a:solidFill>
                <a:schemeClr val="bg2">
                  <a:lumMod val="10000"/>
                </a:schemeClr>
              </a:solidFill>
              <a:latin typeface="+mj-lt"/>
            </a:endParaRPr>
          </a:p>
          <a:p>
            <a:pPr marL="285750" indent="-285750">
              <a:buFont typeface="Wingdings" panose="05000000000000000000" pitchFamily="2" charset="2"/>
              <a:buChar char="§"/>
            </a:pPr>
            <a:r>
              <a:rPr lang="en-US" sz="2000" b="1" dirty="0">
                <a:solidFill>
                  <a:schemeClr val="bg2">
                    <a:lumMod val="10000"/>
                  </a:schemeClr>
                </a:solidFill>
                <a:latin typeface="+mj-lt"/>
              </a:rPr>
              <a:t>SOLUTION OVERVIEW </a:t>
            </a:r>
          </a:p>
          <a:p>
            <a:pPr marL="285750" indent="-285750">
              <a:buFont typeface="Wingdings" panose="05000000000000000000" pitchFamily="2" charset="2"/>
              <a:buChar char="§"/>
            </a:pPr>
            <a:r>
              <a:rPr lang="en-US" sz="2000" b="1" dirty="0">
                <a:solidFill>
                  <a:schemeClr val="bg2">
                    <a:lumMod val="10000"/>
                  </a:schemeClr>
                </a:solidFill>
                <a:latin typeface="+mj-lt"/>
              </a:rPr>
              <a:t>DESIGN</a:t>
            </a:r>
          </a:p>
          <a:p>
            <a:pPr marL="285750" indent="-285750">
              <a:buFont typeface="Wingdings" panose="05000000000000000000" pitchFamily="2" charset="2"/>
              <a:buChar char="§"/>
            </a:pPr>
            <a:r>
              <a:rPr lang="en-US" sz="2000" b="1" dirty="0">
                <a:solidFill>
                  <a:schemeClr val="bg2">
                    <a:lumMod val="10000"/>
                  </a:schemeClr>
                </a:solidFill>
                <a:latin typeface="+mj-lt"/>
              </a:rPr>
              <a:t>FLOWCHART</a:t>
            </a:r>
          </a:p>
          <a:p>
            <a:pPr marL="285750" indent="-285750">
              <a:buFont typeface="Wingdings" panose="05000000000000000000" pitchFamily="2" charset="2"/>
              <a:buChar char="§"/>
            </a:pPr>
            <a:r>
              <a:rPr lang="en-US" sz="2000" b="1" dirty="0">
                <a:solidFill>
                  <a:schemeClr val="bg2">
                    <a:lumMod val="10000"/>
                  </a:schemeClr>
                </a:solidFill>
                <a:latin typeface="+mj-lt"/>
              </a:rPr>
              <a:t>CIRCUIT DIAGRAM</a:t>
            </a:r>
          </a:p>
          <a:p>
            <a:pPr marL="285750" indent="-285750">
              <a:buFont typeface="Wingdings" panose="05000000000000000000" pitchFamily="2" charset="2"/>
              <a:buChar char="§"/>
            </a:pPr>
            <a:r>
              <a:rPr lang="en-IN" sz="2000" b="1" dirty="0">
                <a:latin typeface="+mj-lt"/>
              </a:rPr>
              <a:t>SOIL HEALTH MONITORING</a:t>
            </a:r>
          </a:p>
          <a:p>
            <a:pPr marL="285750" indent="-285750">
              <a:buFont typeface="Wingdings" panose="05000000000000000000" pitchFamily="2" charset="2"/>
              <a:buChar char="§"/>
            </a:pPr>
            <a:r>
              <a:rPr lang="en-IN" sz="2000" b="1" dirty="0">
                <a:latin typeface="+mj-lt"/>
              </a:rPr>
              <a:t>CROP PATTERN OPTIMIZATION</a:t>
            </a:r>
          </a:p>
          <a:p>
            <a:pPr marL="285750" indent="-285750">
              <a:buFont typeface="Wingdings" panose="05000000000000000000" pitchFamily="2" charset="2"/>
              <a:buChar char="§"/>
            </a:pPr>
            <a:r>
              <a:rPr lang="en-US" sz="2000" b="1" dirty="0">
                <a:latin typeface="+mj-lt"/>
              </a:rPr>
              <a:t>AUTOMATED WATER AND FERTILIZER MANAGEMENT</a:t>
            </a:r>
          </a:p>
          <a:p>
            <a:pPr marL="285750" indent="-285750">
              <a:buFont typeface="Wingdings" panose="05000000000000000000" pitchFamily="2" charset="2"/>
              <a:buChar char="§"/>
            </a:pPr>
            <a:r>
              <a:rPr lang="en-US" sz="2000" b="1" dirty="0">
                <a:latin typeface="+mj-lt"/>
              </a:rPr>
              <a:t>DATA-DRIVEN INSIGHTS FOR DECISION MAKING</a:t>
            </a:r>
            <a:endParaRPr lang="en-IN" sz="2000" b="1" dirty="0">
              <a:latin typeface="+mj-lt"/>
            </a:endParaRPr>
          </a:p>
          <a:p>
            <a:pPr marL="285750" indent="-285750">
              <a:buFont typeface="Wingdings" panose="05000000000000000000" pitchFamily="2" charset="2"/>
              <a:buChar char="§"/>
            </a:pPr>
            <a:r>
              <a:rPr lang="en-IN" sz="2000" b="1" dirty="0">
                <a:latin typeface="+mj-lt"/>
              </a:rPr>
              <a:t>USER-FRIENDLY APPLICATION</a:t>
            </a:r>
          </a:p>
          <a:p>
            <a:pPr marL="285750" indent="-285750">
              <a:buFont typeface="Wingdings" panose="05000000000000000000" pitchFamily="2" charset="2"/>
              <a:buChar char="§"/>
            </a:pPr>
            <a:r>
              <a:rPr lang="en-US" sz="2000" b="1" dirty="0">
                <a:latin typeface="+mj-lt"/>
              </a:rPr>
              <a:t>COMMUNITY ENGAGEMENT AND EDUCATIONAL RESOURCES</a:t>
            </a:r>
          </a:p>
          <a:p>
            <a:pPr marL="285750" indent="-285750">
              <a:buFont typeface="Wingdings" panose="05000000000000000000" pitchFamily="2" charset="2"/>
              <a:buChar char="§"/>
            </a:pPr>
            <a:r>
              <a:rPr lang="en-US" sz="2000" b="1" dirty="0">
                <a:solidFill>
                  <a:schemeClr val="bg2">
                    <a:lumMod val="10000"/>
                  </a:schemeClr>
                </a:solidFill>
                <a:latin typeface="+mj-lt"/>
              </a:rPr>
              <a:t>FUTURE SCOPE </a:t>
            </a:r>
          </a:p>
          <a:p>
            <a:pPr marL="285750" indent="-285750">
              <a:buFont typeface="Wingdings" panose="05000000000000000000" pitchFamily="2" charset="2"/>
              <a:buChar char="§"/>
            </a:pPr>
            <a:r>
              <a:rPr lang="en-US" sz="2000" b="1" dirty="0">
                <a:solidFill>
                  <a:schemeClr val="bg2">
                    <a:lumMod val="10000"/>
                  </a:schemeClr>
                </a:solidFill>
                <a:latin typeface="+mj-lt"/>
              </a:rPr>
              <a:t>CONCLUSION</a:t>
            </a:r>
          </a:p>
          <a:p>
            <a:pPr marL="285750" indent="-285750">
              <a:buFont typeface="Wingdings" panose="05000000000000000000" pitchFamily="2" charset="2"/>
              <a:buChar char="§"/>
            </a:pPr>
            <a:r>
              <a:rPr lang="en-US" sz="2000" b="1" dirty="0">
                <a:solidFill>
                  <a:schemeClr val="bg2">
                    <a:lumMod val="10000"/>
                  </a:schemeClr>
                </a:solidFill>
                <a:latin typeface="+mj-lt"/>
              </a:rPr>
              <a:t>REFERENCES</a:t>
            </a:r>
            <a:br>
              <a:rPr lang="en-US" sz="2000" b="1" dirty="0">
                <a:solidFill>
                  <a:schemeClr val="bg2">
                    <a:lumMod val="10000"/>
                  </a:schemeClr>
                </a:solidFill>
                <a:latin typeface="+mj-lt"/>
              </a:rPr>
            </a:br>
            <a:endParaRPr lang="en-US" sz="2000" b="1" dirty="0">
              <a:solidFill>
                <a:schemeClr val="bg2">
                  <a:lumMod val="10000"/>
                </a:schemeClr>
              </a:solidFill>
              <a:latin typeface="+mj-lt"/>
            </a:endParaRPr>
          </a:p>
          <a:p>
            <a:endParaRPr lang="en-IN" dirty="0"/>
          </a:p>
        </p:txBody>
      </p:sp>
    </p:spTree>
    <p:extLst>
      <p:ext uri="{BB962C8B-B14F-4D97-AF65-F5344CB8AC3E}">
        <p14:creationId xmlns:p14="http://schemas.microsoft.com/office/powerpoint/2010/main" val="3803180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53EB8-E65F-ADB8-7E06-5CF7C883A767}"/>
              </a:ext>
            </a:extLst>
          </p:cNvPr>
          <p:cNvSpPr>
            <a:spLocks noGrp="1"/>
          </p:cNvSpPr>
          <p:nvPr>
            <p:ph type="title" idx="2"/>
          </p:nvPr>
        </p:nvSpPr>
        <p:spPr>
          <a:xfrm>
            <a:off x="2642677" y="147484"/>
            <a:ext cx="5987845" cy="1390256"/>
          </a:xfrm>
        </p:spPr>
        <p:txBody>
          <a:bodyPr/>
          <a:lstStyle/>
          <a:p>
            <a:r>
              <a:rPr lang="en-US" sz="6000" dirty="0">
                <a:solidFill>
                  <a:schemeClr val="bg2">
                    <a:lumMod val="10000"/>
                  </a:schemeClr>
                </a:solidFill>
                <a:latin typeface="Algerian" panose="04020705040A02060702" pitchFamily="82" charset="0"/>
              </a:rPr>
              <a:t>ABSTRACT</a:t>
            </a:r>
            <a:endParaRPr lang="en-IN" sz="6000" dirty="0">
              <a:solidFill>
                <a:schemeClr val="bg2">
                  <a:lumMod val="10000"/>
                </a:schemeClr>
              </a:solidFill>
              <a:latin typeface="Algerian" panose="04020705040A02060702" pitchFamily="82" charset="0"/>
            </a:endParaRPr>
          </a:p>
        </p:txBody>
      </p:sp>
      <p:sp>
        <p:nvSpPr>
          <p:cNvPr id="4" name="Rectangle 1">
            <a:extLst>
              <a:ext uri="{FF2B5EF4-FFF2-40B4-BE49-F238E27FC236}">
                <a16:creationId xmlns:a16="http://schemas.microsoft.com/office/drawing/2014/main" id="{AAF29022-43E0-3CEA-7B86-D5F646DE647C}"/>
              </a:ext>
            </a:extLst>
          </p:cNvPr>
          <p:cNvSpPr>
            <a:spLocks noGrp="1" noChangeArrowheads="1"/>
          </p:cNvSpPr>
          <p:nvPr>
            <p:ph type="title"/>
          </p:nvPr>
        </p:nvSpPr>
        <p:spPr bwMode="auto">
          <a:xfrm>
            <a:off x="326572" y="1340845"/>
            <a:ext cx="1168120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The project focuses on automating irrigation to optimize water usage using an </a:t>
            </a:r>
            <a:r>
              <a:rPr kumimoji="0" lang="en-US" altLang="en-US" sz="2000" b="1" i="0" u="none" strike="noStrike" cap="none" normalizeH="0" baseline="0" dirty="0">
                <a:ln>
                  <a:noFill/>
                </a:ln>
                <a:solidFill>
                  <a:schemeClr val="tx1"/>
                </a:solidFill>
                <a:effectLst/>
                <a:latin typeface="Arial Rounded MT Bold" panose="020F0704030504030204" pitchFamily="34" charset="0"/>
              </a:rPr>
              <a:t>Arduino Uno R3</a:t>
            </a:r>
            <a:r>
              <a:rPr kumimoji="0" lang="en-US" altLang="en-US" sz="2000" b="0" i="0" u="none" strike="noStrike" cap="none" normalizeH="0" baseline="0" dirty="0">
                <a:ln>
                  <a:noFill/>
                </a:ln>
                <a:solidFill>
                  <a:schemeClr val="tx1"/>
                </a:solidFill>
                <a:effectLst/>
                <a:latin typeface="Arial Rounded MT Bold" panose="020F0704030504030204" pitchFamily="34" charset="0"/>
              </a:rPr>
              <a:t> microcontroller.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Key components include: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Rounded MT Bold" panose="020F0704030504030204" pitchFamily="34" charset="0"/>
              </a:rPr>
              <a:t>Soil moisture sensor</a:t>
            </a:r>
            <a:r>
              <a:rPr kumimoji="0" lang="en-US" altLang="en-US" sz="2000" b="0" i="0" u="none" strike="noStrike" cap="none" normalizeH="0" baseline="0" dirty="0">
                <a:ln>
                  <a:noFill/>
                </a:ln>
                <a:solidFill>
                  <a:schemeClr val="tx1"/>
                </a:solidFill>
                <a:effectLst/>
                <a:latin typeface="Arial Rounded MT Bold" panose="020F0704030504030204" pitchFamily="34" charset="0"/>
              </a:rPr>
              <a:t>: Monitors real-time soil moisture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Rounded MT Bold" panose="020F0704030504030204" pitchFamily="34" charset="0"/>
              </a:rPr>
              <a:t>Temperature and humidity sensor (e.g., DHT11/DHT22)</a:t>
            </a:r>
            <a:r>
              <a:rPr kumimoji="0" lang="en-US" altLang="en-US" sz="2000" b="0" i="0" u="none" strike="noStrike" cap="none" normalizeH="0" baseline="0" dirty="0">
                <a:ln>
                  <a:noFill/>
                </a:ln>
                <a:solidFill>
                  <a:schemeClr val="tx1"/>
                </a:solidFill>
                <a:effectLst/>
                <a:latin typeface="Arial Rounded MT Bold" panose="020F0704030504030204" pitchFamily="34" charset="0"/>
              </a:rPr>
              <a:t>: Tracks environmental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Rounded MT Bold" panose="020F0704030504030204" pitchFamily="34" charset="0"/>
              </a:rPr>
              <a:t>Relay module and water pump</a:t>
            </a:r>
            <a:r>
              <a:rPr kumimoji="0" lang="en-US" altLang="en-US" sz="2000" b="0" i="0" u="none" strike="noStrike" cap="none" normalizeH="0" baseline="0" dirty="0">
                <a:ln>
                  <a:noFill/>
                </a:ln>
                <a:solidFill>
                  <a:schemeClr val="tx1"/>
                </a:solidFill>
                <a:effectLst/>
                <a:latin typeface="Arial Rounded MT Bold" panose="020F0704030504030204" pitchFamily="34" charset="0"/>
              </a:rPr>
              <a:t>: Controls water flow based on sensor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Working principle: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The system activates the water pump when soil moisture levels drop below a predefined threshold.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It stops irrigation once optimal moisture levels are restored, conserving water.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Optional enhancements include </a:t>
            </a:r>
            <a:r>
              <a:rPr kumimoji="0" lang="en-US" altLang="en-US" sz="2000" b="1" i="0" u="none" strike="noStrike" cap="none" normalizeH="0" baseline="0" dirty="0">
                <a:ln>
                  <a:noFill/>
                </a:ln>
                <a:solidFill>
                  <a:schemeClr val="tx1"/>
                </a:solidFill>
                <a:effectLst/>
                <a:latin typeface="Arial Rounded MT Bold" panose="020F0704030504030204" pitchFamily="34" charset="0"/>
              </a:rPr>
              <a:t>IoT integration</a:t>
            </a:r>
            <a:r>
              <a:rPr kumimoji="0" lang="en-US" altLang="en-US" sz="2000" b="0" i="0" u="none" strike="noStrike" cap="none" normalizeH="0" baseline="0" dirty="0">
                <a:ln>
                  <a:noFill/>
                </a:ln>
                <a:solidFill>
                  <a:schemeClr val="tx1"/>
                </a:solidFill>
                <a:effectLst/>
                <a:latin typeface="Arial Rounded MT Bold" panose="020F0704030504030204" pitchFamily="34" charset="0"/>
              </a:rPr>
              <a:t> for remote monitoring and control via a mobile app or web interface. </a:t>
            </a:r>
          </a:p>
        </p:txBody>
      </p:sp>
    </p:spTree>
    <p:extLst>
      <p:ext uri="{BB962C8B-B14F-4D97-AF65-F5344CB8AC3E}">
        <p14:creationId xmlns:p14="http://schemas.microsoft.com/office/powerpoint/2010/main" val="708713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9E409-F97E-0D4A-3CEA-DA72B42B79F6}"/>
              </a:ext>
            </a:extLst>
          </p:cNvPr>
          <p:cNvSpPr>
            <a:spLocks noGrp="1"/>
          </p:cNvSpPr>
          <p:nvPr>
            <p:ph type="title"/>
          </p:nvPr>
        </p:nvSpPr>
        <p:spPr>
          <a:xfrm>
            <a:off x="960000" y="337400"/>
            <a:ext cx="10272000" cy="763600"/>
          </a:xfrm>
        </p:spPr>
        <p:txBody>
          <a:bodyPr/>
          <a:lstStyle/>
          <a:p>
            <a:r>
              <a:rPr lang="en-IN" sz="6000" dirty="0">
                <a:latin typeface="Algerian" panose="04020705040A02060702" pitchFamily="82" charset="0"/>
              </a:rPr>
              <a:t>Problem Statement</a:t>
            </a:r>
          </a:p>
        </p:txBody>
      </p:sp>
      <p:sp>
        <p:nvSpPr>
          <p:cNvPr id="3" name="Text Placeholder 2">
            <a:extLst>
              <a:ext uri="{FF2B5EF4-FFF2-40B4-BE49-F238E27FC236}">
                <a16:creationId xmlns:a16="http://schemas.microsoft.com/office/drawing/2014/main" id="{5A65A18A-BF17-0415-0ACF-13E0DF41F300}"/>
              </a:ext>
            </a:extLst>
          </p:cNvPr>
          <p:cNvSpPr>
            <a:spLocks noGrp="1"/>
          </p:cNvSpPr>
          <p:nvPr>
            <p:ph type="body" idx="1"/>
          </p:nvPr>
        </p:nvSpPr>
        <p:spPr/>
        <p:txBody>
          <a:bodyPr/>
          <a:lstStyle/>
          <a:p>
            <a:endParaRPr lang="en-US" sz="2200" dirty="0">
              <a:latin typeface="NSimSun" panose="02010609030101010101" pitchFamily="49" charset="-122"/>
              <a:ea typeface="NSimSun" panose="02010609030101010101" pitchFamily="49" charset="-122"/>
            </a:endParaRPr>
          </a:p>
          <a:p>
            <a:pPr marL="203195" indent="0" algn="just">
              <a:buNone/>
            </a:pPr>
            <a:r>
              <a:rPr lang="en-US" sz="2200" dirty="0">
                <a:latin typeface="Arial Rounded MT Bold" panose="020F0704030504030204" pitchFamily="34" charset="0"/>
                <a:ea typeface="NSimSun" panose="02010609030101010101" pitchFamily="49" charset="-122"/>
              </a:rPr>
              <a:t>Indian farmers, who make up about 42% of the workforce, face substantial challenges in optimizing crop yields and managing resources effectively. Despite their vast experience, many lack formal education and a business-oriented mindset, which limits their ability to adopt modern agricultural practices. Over 70% of farmers are smallholders, struggling to earn a decent income. This situation is further aggravated by the absence of real-time data analysis for soil health monitoring and resource management. Tragically, between 2014 and 2020, over 55,000 farmers committed suicide, often due to debt and crop failure, highlighting the urgent need for technology-driven solutions to support these farmers</a:t>
            </a:r>
            <a:r>
              <a:rPr lang="en-US" sz="900" dirty="0">
                <a:latin typeface="Arial Rounded MT Bold" panose="020F0704030504030204" pitchFamily="34" charset="0"/>
              </a:rPr>
              <a:t>.</a:t>
            </a:r>
          </a:p>
        </p:txBody>
      </p:sp>
    </p:spTree>
    <p:extLst>
      <p:ext uri="{BB962C8B-B14F-4D97-AF65-F5344CB8AC3E}">
        <p14:creationId xmlns:p14="http://schemas.microsoft.com/office/powerpoint/2010/main" val="1795853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9B85A-077A-E826-ED6E-BA6D12E6F8A4}"/>
              </a:ext>
            </a:extLst>
          </p:cNvPr>
          <p:cNvSpPr>
            <a:spLocks noGrp="1"/>
          </p:cNvSpPr>
          <p:nvPr>
            <p:ph type="title"/>
          </p:nvPr>
        </p:nvSpPr>
        <p:spPr>
          <a:xfrm>
            <a:off x="960000" y="0"/>
            <a:ext cx="10272000" cy="763600"/>
          </a:xfrm>
        </p:spPr>
        <p:txBody>
          <a:bodyPr/>
          <a:lstStyle/>
          <a:p>
            <a:r>
              <a:rPr lang="en-IN" sz="6000" dirty="0">
                <a:latin typeface="Algerian" panose="04020705040A02060702" pitchFamily="82" charset="0"/>
              </a:rPr>
              <a:t>Solution Overview</a:t>
            </a:r>
          </a:p>
        </p:txBody>
      </p:sp>
      <p:sp>
        <p:nvSpPr>
          <p:cNvPr id="4" name="Rectangle 1">
            <a:extLst>
              <a:ext uri="{FF2B5EF4-FFF2-40B4-BE49-F238E27FC236}">
                <a16:creationId xmlns:a16="http://schemas.microsoft.com/office/drawing/2014/main" id="{C96C3AD3-ADC2-DFAB-36E1-ADA7459F9D95}"/>
              </a:ext>
            </a:extLst>
          </p:cNvPr>
          <p:cNvSpPr>
            <a:spLocks noGrp="1" noChangeArrowheads="1"/>
          </p:cNvSpPr>
          <p:nvPr>
            <p:ph type="body" idx="1"/>
          </p:nvPr>
        </p:nvSpPr>
        <p:spPr bwMode="auto">
          <a:xfrm>
            <a:off x="188475" y="818283"/>
            <a:ext cx="7330853"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Arial Rounded MT Bold" panose="020F0704030504030204" pitchFamily="34" charset="0"/>
              </a:rPr>
              <a:t>Smart Farming System</a:t>
            </a:r>
            <a:r>
              <a:rPr kumimoji="0" lang="en-US" altLang="en-US" sz="3200" b="0" i="0" u="none" strike="noStrike" cap="none" normalizeH="0" baseline="0" dirty="0">
                <a:ln>
                  <a:noFill/>
                </a:ln>
                <a:solidFill>
                  <a:schemeClr val="tx1"/>
                </a:solidFill>
                <a:effectLst/>
                <a:latin typeface="Arial Rounded MT Bold" panose="020F07040305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ea typeface="NSimSun" panose="02010609030101010101" pitchFamily="49" charset="-122"/>
              </a:rPr>
              <a:t>Designed to address challenges faced by Indian farmers.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ea typeface="NSimSun" panose="02010609030101010101" pitchFamily="49" charset="-122"/>
              </a:rPr>
              <a:t>Enhances productivity and profitability through innovative technology.</a:t>
            </a:r>
          </a:p>
          <a:p>
            <a:pPr marL="0" marR="0" lvl="0" indent="0" algn="l" defTabSz="914400" rtl="0" eaLnBrk="0" fontAlgn="base" latinLnBrk="0" hangingPunct="0">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mn-lt"/>
              <a:ea typeface="NSimSun" panose="02010609030101010101" pitchFamily="49" charset="-122"/>
            </a:endParaRPr>
          </a:p>
          <a:p>
            <a:pPr marL="0" marR="0" lvl="0" indent="0" algn="l" defTabSz="914400" rtl="0" eaLnBrk="0" fontAlgn="base" latinLnBrk="0" hangingPunct="0">
              <a:spcBef>
                <a:spcPct val="0"/>
              </a:spcBef>
              <a:spcAft>
                <a:spcPct val="0"/>
              </a:spcAft>
              <a:buClrTx/>
              <a:buSzTx/>
              <a:buNone/>
              <a:tabLst/>
            </a:pPr>
            <a:endParaRPr kumimoji="0" lang="en-US" altLang="en-US" sz="3200" b="0" i="0" u="none" strike="noStrike" cap="none" normalizeH="0" baseline="0" dirty="0">
              <a:ln>
                <a:noFill/>
              </a:ln>
              <a:solidFill>
                <a:schemeClr val="tx1"/>
              </a:solidFill>
              <a:effectLst/>
              <a:latin typeface="Playbill" panose="040506030A0602020202" pitchFamily="8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CFD204AE-C6F9-32BB-7590-0ACE42158ED4}"/>
              </a:ext>
            </a:extLst>
          </p:cNvPr>
          <p:cNvSpPr txBox="1"/>
          <p:nvPr/>
        </p:nvSpPr>
        <p:spPr>
          <a:xfrm>
            <a:off x="1169550" y="3028950"/>
            <a:ext cx="8594019" cy="3262432"/>
          </a:xfrm>
          <a:prstGeom prst="rect">
            <a:avLst/>
          </a:prstGeom>
          <a:noFill/>
        </p:spPr>
        <p:txBody>
          <a:bodyPr wrap="none" rtlCol="0">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Data-Driven Insights:</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j-lt"/>
                <a:ea typeface="NSimSun" panose="02010609030101010101" pitchFamily="49" charset="-122"/>
              </a:rPr>
              <a:t>Provides actionable recommendations for crop selection and resource allocation.</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Automation:</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j-lt"/>
                <a:ea typeface="NSimSun" panose="02010609030101010101" pitchFamily="49" charset="-122"/>
              </a:rPr>
              <a:t>Automates irrigation and fertilization processes based on real-time data</a:t>
            </a:r>
            <a:r>
              <a:rPr kumimoji="0" lang="en-US" altLang="en-US" sz="16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Real-Time Monitoring:</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mj-lt"/>
                <a:ea typeface="NSimSun" panose="02010609030101010101" pitchFamily="49" charset="-122"/>
              </a:rPr>
              <a:t>Uses IoT sensors for continuous monitoring of soil health and environmental conditions.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Benefits:</a:t>
            </a:r>
          </a:p>
          <a:p>
            <a:pPr marL="0" indent="0" eaLnBrk="0" fontAlgn="base" hangingPunct="0">
              <a:lnSpc>
                <a:spcPct val="150000"/>
              </a:lnSpc>
              <a:spcBef>
                <a:spcPct val="0"/>
              </a:spcBef>
              <a:spcAft>
                <a:spcPct val="0"/>
              </a:spcAft>
              <a:buClrTx/>
              <a:buSzTx/>
              <a:buNone/>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mj-lt"/>
                <a:ea typeface="NSimSun" panose="02010609030101010101" pitchFamily="49" charset="-122"/>
              </a:rPr>
              <a:t>Increases crop yield and quality, reduces costs, and empowers farmers.</a:t>
            </a:r>
          </a:p>
          <a:p>
            <a:endParaRPr lang="en-IN" dirty="0"/>
          </a:p>
        </p:txBody>
      </p:sp>
      <p:sp>
        <p:nvSpPr>
          <p:cNvPr id="6" name="TextBox 5">
            <a:extLst>
              <a:ext uri="{FF2B5EF4-FFF2-40B4-BE49-F238E27FC236}">
                <a16:creationId xmlns:a16="http://schemas.microsoft.com/office/drawing/2014/main" id="{78DB432F-AD64-E375-6BA7-4119BF5F46F6}"/>
              </a:ext>
            </a:extLst>
          </p:cNvPr>
          <p:cNvSpPr txBox="1"/>
          <p:nvPr/>
        </p:nvSpPr>
        <p:spPr>
          <a:xfrm>
            <a:off x="188475" y="2505670"/>
            <a:ext cx="4951885" cy="800219"/>
          </a:xfrm>
          <a:prstGeom prst="rect">
            <a:avLst/>
          </a:prstGeom>
          <a:noFill/>
        </p:spPr>
        <p:txBody>
          <a:bodyPr wrap="square" rtlCol="0">
            <a:spAutoFit/>
          </a:bodyPr>
          <a:lstStyle/>
          <a:p>
            <a:r>
              <a:rPr kumimoji="0" lang="en-US" altLang="en-US" sz="3200" b="1" i="0" u="none" strike="noStrike" cap="none" normalizeH="0" baseline="0" dirty="0">
                <a:ln>
                  <a:noFill/>
                </a:ln>
                <a:solidFill>
                  <a:schemeClr val="tx1"/>
                </a:solidFill>
                <a:effectLst/>
                <a:latin typeface="Arial Rounded MT Bold" panose="020F0704030504030204" pitchFamily="34" charset="0"/>
              </a:rPr>
              <a:t>Key Features</a:t>
            </a:r>
            <a:r>
              <a:rPr kumimoji="0" lang="en-US" altLang="en-US" sz="3200" b="0" i="0" u="none" strike="noStrike" cap="none" normalizeH="0" baseline="0" dirty="0">
                <a:ln>
                  <a:noFill/>
                </a:ln>
                <a:solidFill>
                  <a:schemeClr val="tx1"/>
                </a:solidFill>
                <a:effectLst/>
                <a:latin typeface="Arial Rounded MT Bold" panose="020F0704030504030204" pitchFamily="34" charset="0"/>
              </a:rPr>
              <a:t>:</a:t>
            </a:r>
            <a:endParaRPr lang="en-US" altLang="en-US" sz="3200" dirty="0">
              <a:solidFill>
                <a:schemeClr val="tx1"/>
              </a:solidFill>
              <a:latin typeface="Arial Rounded MT Bold" panose="020F0704030504030204" pitchFamily="34" charset="0"/>
            </a:endParaRPr>
          </a:p>
          <a:p>
            <a:endParaRPr lang="en-IN" dirty="0"/>
          </a:p>
        </p:txBody>
      </p:sp>
    </p:spTree>
    <p:extLst>
      <p:ext uri="{BB962C8B-B14F-4D97-AF65-F5344CB8AC3E}">
        <p14:creationId xmlns:p14="http://schemas.microsoft.com/office/powerpoint/2010/main" val="124585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EF7E3-81CB-FC25-2A09-B2A371D49339}"/>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D7E5049F-2632-E04B-2025-AF9C2BBD0E76}"/>
              </a:ext>
            </a:extLst>
          </p:cNvPr>
          <p:cNvSpPr>
            <a:spLocks noGrp="1"/>
          </p:cNvSpPr>
          <p:nvPr>
            <p:ph type="body" idx="1"/>
          </p:nvPr>
        </p:nvSpPr>
        <p:spPr/>
        <p:txBody>
          <a:bodyPr/>
          <a:lstStyle/>
          <a:p>
            <a:pPr marL="203195" indent="0">
              <a:buNone/>
            </a:pPr>
            <a:endParaRPr lang="en-IN" dirty="0"/>
          </a:p>
        </p:txBody>
      </p:sp>
      <p:pic>
        <p:nvPicPr>
          <p:cNvPr id="5" name="Picture 4">
            <a:extLst>
              <a:ext uri="{FF2B5EF4-FFF2-40B4-BE49-F238E27FC236}">
                <a16:creationId xmlns:a16="http://schemas.microsoft.com/office/drawing/2014/main" id="{7058EEBE-3C0C-74B0-1169-613594E6F1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37668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5EC43-5E81-8CA9-E563-2EF51C48BB4D}"/>
              </a:ext>
            </a:extLst>
          </p:cNvPr>
          <p:cNvSpPr>
            <a:spLocks noGrp="1"/>
          </p:cNvSpPr>
          <p:nvPr>
            <p:ph type="title"/>
          </p:nvPr>
        </p:nvSpPr>
        <p:spPr>
          <a:xfrm>
            <a:off x="678646" y="-64497"/>
            <a:ext cx="10272000" cy="763600"/>
          </a:xfrm>
        </p:spPr>
        <p:txBody>
          <a:bodyPr/>
          <a:lstStyle/>
          <a:p>
            <a:r>
              <a:rPr lang="en-US" sz="4400" dirty="0">
                <a:latin typeface="Algerian" panose="04020705040A02060702" pitchFamily="82" charset="0"/>
              </a:rPr>
              <a:t>FLOWCHART</a:t>
            </a:r>
            <a:endParaRPr lang="en-IN" sz="4400" dirty="0">
              <a:latin typeface="Algerian" panose="04020705040A02060702" pitchFamily="82" charset="0"/>
            </a:endParaRPr>
          </a:p>
        </p:txBody>
      </p:sp>
      <p:sp>
        <p:nvSpPr>
          <p:cNvPr id="3" name="Text Placeholder 2">
            <a:extLst>
              <a:ext uri="{FF2B5EF4-FFF2-40B4-BE49-F238E27FC236}">
                <a16:creationId xmlns:a16="http://schemas.microsoft.com/office/drawing/2014/main" id="{BAC0A549-B09B-7B31-49D8-7C8F14B6DAEA}"/>
              </a:ext>
            </a:extLst>
          </p:cNvPr>
          <p:cNvSpPr>
            <a:spLocks noGrp="1"/>
          </p:cNvSpPr>
          <p:nvPr>
            <p:ph type="body" idx="1"/>
          </p:nvPr>
        </p:nvSpPr>
        <p:spPr/>
        <p:txBody>
          <a:bodyPr/>
          <a:lstStyle/>
          <a:p>
            <a:pPr marL="203195" indent="0">
              <a:buNone/>
            </a:pPr>
            <a:endParaRPr lang="en-IN" dirty="0"/>
          </a:p>
        </p:txBody>
      </p:sp>
      <p:pic>
        <p:nvPicPr>
          <p:cNvPr id="6" name="Picture 5">
            <a:extLst>
              <a:ext uri="{FF2B5EF4-FFF2-40B4-BE49-F238E27FC236}">
                <a16:creationId xmlns:a16="http://schemas.microsoft.com/office/drawing/2014/main" id="{DBEB8857-0190-85F7-1372-FCEF833781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9200"/>
            <a:ext cx="12192000" cy="6138800"/>
          </a:xfrm>
          <a:prstGeom prst="rect">
            <a:avLst/>
          </a:prstGeom>
        </p:spPr>
      </p:pic>
    </p:spTree>
    <p:extLst>
      <p:ext uri="{BB962C8B-B14F-4D97-AF65-F5344CB8AC3E}">
        <p14:creationId xmlns:p14="http://schemas.microsoft.com/office/powerpoint/2010/main" val="4228745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BC3C8-1C80-6189-BDF2-49ACA38E81D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BA40B31-EA61-BA83-799A-DB7BEB4370D8}"/>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6FD3650B-02C8-7665-C2A7-0E30B737C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23"/>
            <a:ext cx="12192000" cy="6829354"/>
          </a:xfrm>
          <a:prstGeom prst="rect">
            <a:avLst/>
          </a:prstGeom>
        </p:spPr>
      </p:pic>
    </p:spTree>
    <p:extLst>
      <p:ext uri="{BB962C8B-B14F-4D97-AF65-F5344CB8AC3E}">
        <p14:creationId xmlns:p14="http://schemas.microsoft.com/office/powerpoint/2010/main" val="2221498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66D50-7D1A-B8F6-1827-8F22515E44E2}"/>
              </a:ext>
            </a:extLst>
          </p:cNvPr>
          <p:cNvSpPr>
            <a:spLocks noGrp="1"/>
          </p:cNvSpPr>
          <p:nvPr>
            <p:ph type="title"/>
          </p:nvPr>
        </p:nvSpPr>
        <p:spPr>
          <a:xfrm>
            <a:off x="770442" y="393608"/>
            <a:ext cx="10272000" cy="763600"/>
          </a:xfrm>
        </p:spPr>
        <p:txBody>
          <a:bodyPr/>
          <a:lstStyle/>
          <a:p>
            <a:r>
              <a:rPr lang="en-IN" sz="4000" dirty="0">
                <a:latin typeface="Algerian" panose="04020705040A02060702" pitchFamily="82" charset="0"/>
              </a:rPr>
              <a:t>Soil Health Monitoring</a:t>
            </a:r>
          </a:p>
        </p:txBody>
      </p:sp>
      <p:sp>
        <p:nvSpPr>
          <p:cNvPr id="18" name="TextBox 17">
            <a:extLst>
              <a:ext uri="{FF2B5EF4-FFF2-40B4-BE49-F238E27FC236}">
                <a16:creationId xmlns:a16="http://schemas.microsoft.com/office/drawing/2014/main" id="{2DD9E76B-FFC6-F21B-FBE3-22B2811276AA}"/>
              </a:ext>
            </a:extLst>
          </p:cNvPr>
          <p:cNvSpPr txBox="1"/>
          <p:nvPr/>
        </p:nvSpPr>
        <p:spPr>
          <a:xfrm>
            <a:off x="1074493" y="1326267"/>
            <a:ext cx="10521305" cy="4842351"/>
          </a:xfrm>
          <a:prstGeom prst="rect">
            <a:avLst/>
          </a:prstGeom>
          <a:noFill/>
        </p:spPr>
        <p:txBody>
          <a:bodyPr wrap="square" rtlCol="0">
            <a:spAutoFit/>
          </a:bodyPr>
          <a:lstStyle/>
          <a:p>
            <a:pPr>
              <a:lnSpc>
                <a:spcPct val="150000"/>
              </a:lnSpc>
            </a:pPr>
            <a:r>
              <a:rPr lang="en-US" sz="2000" b="1" dirty="0">
                <a:latin typeface="Arial Rounded MT Bold" panose="020F0704030504030204" pitchFamily="34" charset="0"/>
              </a:rPr>
              <a:t>Real-Time Data Collection:</a:t>
            </a:r>
          </a:p>
          <a:p>
            <a:pPr marL="457200" lvl="1">
              <a:lnSpc>
                <a:spcPct val="150000"/>
              </a:lnSpc>
            </a:pPr>
            <a:r>
              <a:rPr lang="en-US" dirty="0">
                <a:latin typeface="+mj-lt"/>
                <a:ea typeface="NSimSun" panose="02010609030101010101" pitchFamily="49" charset="-122"/>
              </a:rPr>
              <a:t> </a:t>
            </a:r>
            <a:r>
              <a:rPr lang="en-US" sz="1800" dirty="0">
                <a:latin typeface="+mj-lt"/>
                <a:ea typeface="NSimSun" panose="02010609030101010101" pitchFamily="49" charset="-122"/>
              </a:rPr>
              <a:t>Uses IoT sensors to monitor soil moisture, pH, and nutrient levels continuously.</a:t>
            </a:r>
          </a:p>
          <a:p>
            <a:pPr>
              <a:lnSpc>
                <a:spcPct val="150000"/>
              </a:lnSpc>
            </a:pPr>
            <a:r>
              <a:rPr lang="en-US" sz="2000" b="1" dirty="0">
                <a:latin typeface="Arial Rounded MT Bold" panose="020F0704030504030204" pitchFamily="34" charset="0"/>
              </a:rPr>
              <a:t>Soil Health Indicators</a:t>
            </a:r>
            <a:r>
              <a:rPr lang="en-US" sz="2000" dirty="0">
                <a:latin typeface="Arial Rounded MT Bold" panose="020F0704030504030204" pitchFamily="34" charset="0"/>
              </a:rPr>
              <a:t>:</a:t>
            </a:r>
          </a:p>
          <a:p>
            <a:pPr marL="457200" lvl="1">
              <a:lnSpc>
                <a:spcPct val="150000"/>
              </a:lnSpc>
            </a:pPr>
            <a:r>
              <a:rPr lang="en-US" sz="1800" dirty="0">
                <a:latin typeface="+mj-lt"/>
                <a:ea typeface="NSimSun" panose="02010609030101010101" pitchFamily="49" charset="-122"/>
              </a:rPr>
              <a:t>Assesses soil fertility and identifies nutrient deficiencies for better crop management.</a:t>
            </a:r>
          </a:p>
          <a:p>
            <a:pPr>
              <a:lnSpc>
                <a:spcPct val="150000"/>
              </a:lnSpc>
            </a:pPr>
            <a:r>
              <a:rPr lang="en-US" sz="2000" b="1" dirty="0">
                <a:latin typeface="Arial Rounded MT Bold" panose="020F0704030504030204" pitchFamily="34" charset="0"/>
              </a:rPr>
              <a:t>Actionable Insights</a:t>
            </a:r>
            <a:r>
              <a:rPr lang="en-US" sz="2000" dirty="0">
                <a:latin typeface="Arial Rounded MT Bold" panose="020F0704030504030204" pitchFamily="34" charset="0"/>
              </a:rPr>
              <a:t>:</a:t>
            </a:r>
          </a:p>
          <a:p>
            <a:pPr marL="457200" lvl="1">
              <a:lnSpc>
                <a:spcPct val="150000"/>
              </a:lnSpc>
            </a:pPr>
            <a:r>
              <a:rPr lang="en-US" sz="1800" dirty="0">
                <a:latin typeface="+mj-lt"/>
                <a:ea typeface="NSimSun" panose="02010609030101010101" pitchFamily="49" charset="-122"/>
              </a:rPr>
              <a:t>Provides recommendations for fertilizers and crop selection based on soil conditions.</a:t>
            </a:r>
            <a:endParaRPr lang="en-US" dirty="0">
              <a:latin typeface="+mj-lt"/>
              <a:ea typeface="NSimSun" panose="02010609030101010101" pitchFamily="49" charset="-122"/>
            </a:endParaRPr>
          </a:p>
          <a:p>
            <a:pPr>
              <a:lnSpc>
                <a:spcPct val="150000"/>
              </a:lnSpc>
            </a:pPr>
            <a:r>
              <a:rPr lang="en-US" sz="2000" b="1" dirty="0">
                <a:latin typeface="Arial Rounded MT Bold" panose="020F0704030504030204" pitchFamily="34" charset="0"/>
              </a:rPr>
              <a:t>Early Warning System</a:t>
            </a:r>
            <a:r>
              <a:rPr lang="en-US" sz="2000" dirty="0">
                <a:latin typeface="Arial Rounded MT Bold" panose="020F0704030504030204" pitchFamily="34" charset="0"/>
              </a:rPr>
              <a:t>:</a:t>
            </a:r>
          </a:p>
          <a:p>
            <a:pPr marL="457200" lvl="1">
              <a:lnSpc>
                <a:spcPct val="150000"/>
              </a:lnSpc>
            </a:pPr>
            <a:r>
              <a:rPr lang="en-US" sz="1800" dirty="0">
                <a:latin typeface="+mj-lt"/>
                <a:ea typeface="NSimSun" panose="02010609030101010101" pitchFamily="49" charset="-122"/>
              </a:rPr>
              <a:t>Alerts farmers to adverse conditions, enabling timely interventions to protect crops.</a:t>
            </a:r>
          </a:p>
          <a:p>
            <a:pPr>
              <a:lnSpc>
                <a:spcPct val="150000"/>
              </a:lnSpc>
            </a:pPr>
            <a:r>
              <a:rPr lang="en-US" sz="2000" b="1" dirty="0">
                <a:latin typeface="Arial Rounded MT Bold" panose="020F0704030504030204" pitchFamily="34" charset="0"/>
              </a:rPr>
              <a:t>Long-Term Benefits</a:t>
            </a:r>
            <a:r>
              <a:rPr lang="en-US" sz="2000" dirty="0">
                <a:latin typeface="Bahnschrift SemiBold" panose="020B0502040204020203" pitchFamily="34" charset="0"/>
              </a:rPr>
              <a:t>:</a:t>
            </a:r>
          </a:p>
          <a:p>
            <a:pPr marL="457200" lvl="1">
              <a:lnSpc>
                <a:spcPct val="150000"/>
              </a:lnSpc>
            </a:pPr>
            <a:r>
              <a:rPr lang="en-US" sz="1800" dirty="0">
                <a:latin typeface="+mj-lt"/>
                <a:ea typeface="NSimSun" panose="02010609030101010101" pitchFamily="49" charset="-122"/>
              </a:rPr>
              <a:t>Promotes sustainable practices, enhances soil quality, and increases productivity and profitability.’</a:t>
            </a:r>
            <a:endParaRPr lang="en-US" dirty="0">
              <a:latin typeface="+mj-lt"/>
              <a:ea typeface="NSimSun" panose="02010609030101010101" pitchFamily="49" charset="-122"/>
            </a:endParaRPr>
          </a:p>
        </p:txBody>
      </p:sp>
    </p:spTree>
    <p:extLst>
      <p:ext uri="{BB962C8B-B14F-4D97-AF65-F5344CB8AC3E}">
        <p14:creationId xmlns:p14="http://schemas.microsoft.com/office/powerpoint/2010/main" val="1873068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92D45-B31E-BD12-1702-CCDEC940200C}"/>
              </a:ext>
            </a:extLst>
          </p:cNvPr>
          <p:cNvSpPr>
            <a:spLocks noGrp="1"/>
          </p:cNvSpPr>
          <p:nvPr>
            <p:ph type="title"/>
          </p:nvPr>
        </p:nvSpPr>
        <p:spPr>
          <a:xfrm>
            <a:off x="748984" y="337400"/>
            <a:ext cx="10272000" cy="763600"/>
          </a:xfrm>
        </p:spPr>
        <p:txBody>
          <a:bodyPr/>
          <a:lstStyle/>
          <a:p>
            <a:r>
              <a:rPr lang="en-IN" sz="3600" dirty="0">
                <a:latin typeface="Algerian" panose="04020705040A02060702" pitchFamily="82" charset="0"/>
              </a:rPr>
              <a:t>Crop Pattern Optimization</a:t>
            </a:r>
          </a:p>
        </p:txBody>
      </p:sp>
      <p:sp>
        <p:nvSpPr>
          <p:cNvPr id="7" name="Rectangle 4">
            <a:extLst>
              <a:ext uri="{FF2B5EF4-FFF2-40B4-BE49-F238E27FC236}">
                <a16:creationId xmlns:a16="http://schemas.microsoft.com/office/drawing/2014/main" id="{BFBA099F-DA05-8DB5-7575-60A862741F7A}"/>
              </a:ext>
            </a:extLst>
          </p:cNvPr>
          <p:cNvSpPr>
            <a:spLocks noGrp="1" noChangeArrowheads="1"/>
          </p:cNvSpPr>
          <p:nvPr>
            <p:ph type="body" idx="1"/>
          </p:nvPr>
        </p:nvSpPr>
        <p:spPr bwMode="auto">
          <a:xfrm>
            <a:off x="960000" y="1101000"/>
            <a:ext cx="8969122"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Data Analysis</a:t>
            </a:r>
            <a:r>
              <a:rPr kumimoji="0" lang="en-US" altLang="en-US" sz="2400" b="0" i="0" u="none" strike="noStrike" cap="none" normalizeH="0" baseline="0" dirty="0">
                <a:ln>
                  <a:noFill/>
                </a:ln>
                <a:solidFill>
                  <a:schemeClr val="tx1"/>
                </a:solidFill>
                <a:effectLst/>
                <a:latin typeface="Arial Rounded MT Bold" panose="020F0704030504030204" pitchFamily="34" charset="0"/>
              </a:rPr>
              <a:t>:</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     Leverages soil data and market trends to recommend optimal crop patterns.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Customized Recommendations</a:t>
            </a:r>
            <a:r>
              <a:rPr kumimoji="0" lang="en-US" altLang="en-US" sz="2400" b="0" i="0" u="none" strike="noStrike" cap="none" normalizeH="0" baseline="0" dirty="0">
                <a:ln>
                  <a:noFill/>
                </a:ln>
                <a:solidFill>
                  <a:schemeClr val="tx1"/>
                </a:solidFill>
                <a:effectLst/>
                <a:latin typeface="Arial Rounded MT Bold" panose="020F0704030504030204" pitchFamily="34" charset="0"/>
              </a:rPr>
              <a:t>:</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     Suggests crops based on specific soil conditions and regional climate.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Maximized Yield</a:t>
            </a:r>
            <a:r>
              <a:rPr kumimoji="0" lang="en-US" altLang="en-US" sz="2400" b="0" i="0" u="none" strike="noStrike" cap="none" normalizeH="0" baseline="0" dirty="0">
                <a:ln>
                  <a:noFill/>
                </a:ln>
                <a:solidFill>
                  <a:schemeClr val="tx1"/>
                </a:solidFill>
                <a:effectLst/>
                <a:latin typeface="Arial Rounded MT Bold" panose="020F0704030504030204" pitchFamily="34" charset="0"/>
              </a:rPr>
              <a:t>:</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      Increases productivity by aligning crop choices with soil health.</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Resource Efficiency</a:t>
            </a:r>
            <a:r>
              <a:rPr kumimoji="0" lang="en-US" altLang="en-US" sz="2400" b="0" i="0" u="none" strike="noStrike" cap="none" normalizeH="0" baseline="0" dirty="0">
                <a:ln>
                  <a:noFill/>
                </a:ln>
                <a:solidFill>
                  <a:schemeClr val="tx1"/>
                </a:solidFill>
                <a:effectLst/>
                <a:latin typeface="Arial Rounded MT Bold" panose="020F0704030504030204" pitchFamily="34" charset="0"/>
              </a:rPr>
              <a:t>:</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      Reduces waste by optimizing inputs like water and fertilizers for selected crops.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Higher Income</a:t>
            </a:r>
            <a:r>
              <a:rPr kumimoji="0" lang="en-US" altLang="en-US" sz="2400" b="0" i="0" u="none" strike="noStrike" cap="none" normalizeH="0" baseline="0" dirty="0">
                <a:ln>
                  <a:noFill/>
                </a:ln>
                <a:solidFill>
                  <a:schemeClr val="tx1"/>
                </a:solidFill>
                <a:effectLst/>
                <a:latin typeface="Arial Rounded MT Bold" panose="020F0704030504030204" pitchFamily="34" charset="0"/>
              </a:rPr>
              <a:t>:</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      Enhances profitability through better crop selection and reduced operational costs.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6116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E428-200D-3A57-0535-A3E3A62A44BA}"/>
              </a:ext>
            </a:extLst>
          </p:cNvPr>
          <p:cNvSpPr>
            <a:spLocks noGrp="1"/>
          </p:cNvSpPr>
          <p:nvPr>
            <p:ph type="title"/>
          </p:nvPr>
        </p:nvSpPr>
        <p:spPr>
          <a:xfrm>
            <a:off x="-115175" y="337400"/>
            <a:ext cx="13248369" cy="763600"/>
          </a:xfrm>
        </p:spPr>
        <p:txBody>
          <a:bodyPr/>
          <a:lstStyle/>
          <a:p>
            <a:r>
              <a:rPr lang="en-US" dirty="0">
                <a:latin typeface="Algerian" panose="04020705040A02060702" pitchFamily="82" charset="0"/>
              </a:rPr>
              <a:t>Automated Water and Fertilizer Management</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0B89BD1-4B0E-4A44-87E9-A8B15591AD86}"/>
              </a:ext>
            </a:extLst>
          </p:cNvPr>
          <p:cNvSpPr>
            <a:spLocks noGrp="1"/>
          </p:cNvSpPr>
          <p:nvPr>
            <p:ph type="body" idx="1"/>
          </p:nvPr>
        </p:nvSpPr>
        <p:spPr>
          <a:xfrm>
            <a:off x="960000" y="1101000"/>
            <a:ext cx="10272000" cy="4656000"/>
          </a:xfrm>
        </p:spPr>
        <p:txBody>
          <a:bodyPr/>
          <a:lstStyle/>
          <a:p>
            <a:pPr marL="203195" indent="0">
              <a:lnSpc>
                <a:spcPct val="150000"/>
              </a:lnSpc>
              <a:buNone/>
            </a:pPr>
            <a:r>
              <a:rPr lang="en-US" sz="2400" b="1" dirty="0">
                <a:latin typeface="Bahnschrift SemiBold" panose="020B0502040204020203" pitchFamily="34" charset="0"/>
              </a:rPr>
              <a:t>Automation Technology</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a:t>
            </a:r>
            <a:r>
              <a:rPr lang="en-US" dirty="0">
                <a:latin typeface="+mj-lt"/>
                <a:ea typeface="NSimSun" panose="02010609030101010101" pitchFamily="49" charset="-122"/>
              </a:rPr>
              <a:t>Utilizes sensors and IoT devices to automate irrigation and fertilizer applications.</a:t>
            </a:r>
          </a:p>
          <a:p>
            <a:pPr marL="203195" indent="0">
              <a:lnSpc>
                <a:spcPct val="150000"/>
              </a:lnSpc>
              <a:buNone/>
            </a:pPr>
            <a:r>
              <a:rPr lang="en-US" sz="2400" b="1" dirty="0">
                <a:latin typeface="Bahnschrift SemiBold" panose="020B0502040204020203" pitchFamily="34" charset="0"/>
              </a:rPr>
              <a:t>Real-Time Soil Data</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a:t>
            </a:r>
            <a:r>
              <a:rPr lang="en-US" dirty="0">
                <a:latin typeface="+mj-lt"/>
                <a:ea typeface="NSimSun" panose="02010609030101010101" pitchFamily="49" charset="-122"/>
              </a:rPr>
              <a:t>Adjusts water and fertilizer delivery based on current soil conditions and needs.</a:t>
            </a:r>
          </a:p>
          <a:p>
            <a:pPr marL="203195" indent="0">
              <a:lnSpc>
                <a:spcPct val="150000"/>
              </a:lnSpc>
              <a:buNone/>
            </a:pPr>
            <a:r>
              <a:rPr lang="en-US" sz="2400" b="1" dirty="0">
                <a:latin typeface="Bahnschrift SemiBold" panose="020B0502040204020203" pitchFamily="34" charset="0"/>
              </a:rPr>
              <a:t>Precision Resource Use</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a:t>
            </a:r>
            <a:r>
              <a:rPr lang="en-US" dirty="0">
                <a:latin typeface="+mj-lt"/>
                <a:ea typeface="NSimSun" panose="02010609030101010101" pitchFamily="49" charset="-122"/>
              </a:rPr>
              <a:t>Ensures optimal application rates to match crop requirements, reducing waste.</a:t>
            </a:r>
          </a:p>
          <a:p>
            <a:pPr marL="203195" indent="0">
              <a:lnSpc>
                <a:spcPct val="150000"/>
              </a:lnSpc>
              <a:buNone/>
            </a:pPr>
            <a:r>
              <a:rPr lang="en-US" sz="2400" b="1" dirty="0">
                <a:latin typeface="Bahnschrift SemiBold" panose="020B0502040204020203" pitchFamily="34" charset="0"/>
              </a:rPr>
              <a:t>Cost Efficiency</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a:t>
            </a:r>
            <a:r>
              <a:rPr lang="en-US" dirty="0">
                <a:latin typeface="+mj-lt"/>
                <a:ea typeface="NSimSun" panose="02010609030101010101" pitchFamily="49" charset="-122"/>
              </a:rPr>
              <a:t>Lowers labor costs by minimizing manual intervention and optimizing resource usage.</a:t>
            </a:r>
          </a:p>
          <a:p>
            <a:pPr marL="203195" indent="0">
              <a:lnSpc>
                <a:spcPct val="150000"/>
              </a:lnSpc>
              <a:buNone/>
            </a:pPr>
            <a:r>
              <a:rPr lang="en-US" sz="2400" b="1" dirty="0">
                <a:latin typeface="Bahnschrift SemiBold" panose="020B0502040204020203" pitchFamily="34" charset="0"/>
              </a:rPr>
              <a:t>Environmental Impact</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a:t>
            </a:r>
            <a:r>
              <a:rPr lang="en-US" dirty="0">
                <a:latin typeface="+mj-lt"/>
                <a:ea typeface="NSimSun" panose="02010609030101010101" pitchFamily="49" charset="-122"/>
              </a:rPr>
              <a:t>Reduces runoff and pollution, promoting sustainable farming practices</a:t>
            </a:r>
            <a:r>
              <a:rPr lang="en-US" dirty="0">
                <a:latin typeface="NSimSun" panose="02010609030101010101" pitchFamily="49" charset="-122"/>
                <a:ea typeface="NSimSun" panose="02010609030101010101" pitchFamily="49" charset="-122"/>
              </a:rPr>
              <a:t>.</a:t>
            </a:r>
          </a:p>
          <a:p>
            <a:endParaRPr lang="en-IN" dirty="0"/>
          </a:p>
        </p:txBody>
      </p:sp>
    </p:spTree>
    <p:extLst>
      <p:ext uri="{BB962C8B-B14F-4D97-AF65-F5344CB8AC3E}">
        <p14:creationId xmlns:p14="http://schemas.microsoft.com/office/powerpoint/2010/main" val="1971949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BC5BB-6CB7-AF50-EDAF-CCEB6035083C}"/>
              </a:ext>
            </a:extLst>
          </p:cNvPr>
          <p:cNvSpPr>
            <a:spLocks noGrp="1"/>
          </p:cNvSpPr>
          <p:nvPr>
            <p:ph type="title"/>
          </p:nvPr>
        </p:nvSpPr>
        <p:spPr>
          <a:xfrm>
            <a:off x="960000" y="462025"/>
            <a:ext cx="10272000" cy="763600"/>
          </a:xfrm>
        </p:spPr>
        <p:txBody>
          <a:bodyPr/>
          <a:lstStyle/>
          <a:p>
            <a:r>
              <a:rPr lang="en-US" dirty="0">
                <a:latin typeface="Algerian" panose="04020705040A02060702" pitchFamily="82" charset="0"/>
              </a:rPr>
              <a:t>Data-Driven Insights for Decision Making</a:t>
            </a:r>
            <a:endParaRPr lang="en-IN" dirty="0">
              <a:latin typeface="Algerian" panose="04020705040A02060702" pitchFamily="82" charset="0"/>
            </a:endParaRPr>
          </a:p>
        </p:txBody>
      </p:sp>
      <p:sp>
        <p:nvSpPr>
          <p:cNvPr id="13" name="Rectangle 10">
            <a:extLst>
              <a:ext uri="{FF2B5EF4-FFF2-40B4-BE49-F238E27FC236}">
                <a16:creationId xmlns:a16="http://schemas.microsoft.com/office/drawing/2014/main" id="{601029AA-C2A5-2664-ED8B-CF94BFEE7C93}"/>
              </a:ext>
            </a:extLst>
          </p:cNvPr>
          <p:cNvSpPr>
            <a:spLocks noGrp="1" noChangeArrowheads="1"/>
          </p:cNvSpPr>
          <p:nvPr>
            <p:ph type="body" idx="1"/>
          </p:nvPr>
        </p:nvSpPr>
        <p:spPr bwMode="auto">
          <a:xfrm>
            <a:off x="598191" y="1473805"/>
            <a:ext cx="12191999"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Rounded MT Bold" panose="020F0704030504030204" pitchFamily="34" charset="0"/>
              </a:rPr>
              <a:t>Utilization of Analytics</a:t>
            </a:r>
            <a:r>
              <a:rPr kumimoji="0" lang="en-US" altLang="en-US" sz="1700" b="0" i="0" u="none" strike="noStrike" cap="none" normalizeH="0" baseline="0" dirty="0">
                <a:ln>
                  <a:noFill/>
                </a:ln>
                <a:solidFill>
                  <a:schemeClr val="tx1"/>
                </a:solidFill>
                <a:effectLst/>
                <a:latin typeface="Arial Rounded MT Bold" panose="020F0704030504030204"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a:t>
            </a:r>
            <a:r>
              <a:rPr kumimoji="0" lang="en-US" altLang="en-US" sz="1700" b="0" i="0" u="none" strike="noStrike" cap="none" normalizeH="0" baseline="0" dirty="0">
                <a:ln>
                  <a:noFill/>
                </a:ln>
                <a:solidFill>
                  <a:schemeClr val="tx1"/>
                </a:solidFill>
                <a:effectLst/>
                <a:latin typeface="+mj-lt"/>
                <a:ea typeface="NSimSun" panose="02010609030101010101" pitchFamily="49" charset="-122"/>
              </a:rPr>
              <a:t>Leverages data analysis to generate actionable insights tailored for farmers.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Rounded MT Bold" panose="020F0704030504030204" pitchFamily="34" charset="0"/>
              </a:rPr>
              <a:t>Forecasting Capabilities</a:t>
            </a:r>
            <a:r>
              <a:rPr kumimoji="0" lang="en-US" altLang="en-US" sz="1700" b="0" i="0" u="none" strike="noStrike" cap="none" normalizeH="0" baseline="0" dirty="0">
                <a:ln>
                  <a:noFill/>
                </a:ln>
                <a:solidFill>
                  <a:schemeClr val="tx1"/>
                </a:solidFill>
                <a:effectLst/>
                <a:latin typeface="Arial Rounded MT Bold" panose="020F0704030504030204"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a:t>
            </a:r>
            <a:r>
              <a:rPr kumimoji="0" lang="en-US" altLang="en-US" sz="1700" b="0" i="0" u="none" strike="noStrike" cap="none" normalizeH="0" baseline="0" dirty="0">
                <a:ln>
                  <a:noFill/>
                </a:ln>
                <a:solidFill>
                  <a:schemeClr val="tx1"/>
                </a:solidFill>
                <a:effectLst/>
                <a:latin typeface="+mj-lt"/>
                <a:ea typeface="NSimSun" panose="02010609030101010101" pitchFamily="49" charset="-122"/>
              </a:rPr>
              <a:t>Provides forecasts on market trends, crop performance, and weather conditions.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Rounded MT Bold" panose="020F0704030504030204" pitchFamily="34" charset="0"/>
              </a:rPr>
              <a:t>Informed Decision Making</a:t>
            </a:r>
            <a:r>
              <a:rPr kumimoji="0" lang="en-US" altLang="en-US" sz="1700" b="0" i="0" u="none" strike="noStrike" cap="none" normalizeH="0" baseline="0" dirty="0">
                <a:ln>
                  <a:noFill/>
                </a:ln>
                <a:solidFill>
                  <a:schemeClr val="tx1"/>
                </a:solidFill>
                <a:effectLst/>
                <a:latin typeface="Arial Rounded MT Bold" panose="020F0704030504030204" pitchFamily="34" charset="0"/>
              </a:rPr>
              <a:t>:</a:t>
            </a:r>
            <a:endParaRPr kumimoji="0" lang="en-US" altLang="en-US" sz="1700" b="0" i="0" u="none" strike="noStrike" cap="none" normalizeH="0" baseline="0" dirty="0">
              <a:ln>
                <a:noFill/>
              </a:ln>
              <a:solidFill>
                <a:schemeClr val="tx1"/>
              </a:solidFill>
              <a:effectLst/>
              <a:latin typeface="Arial Rounded MT Bold" panose="020F0704030504030204" pitchFamily="34" charset="0"/>
              <a:ea typeface="NSimSun" panose="02010609030101010101" pitchFamily="49" charset="-122"/>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a:t>
            </a:r>
            <a:r>
              <a:rPr kumimoji="0" lang="en-US" altLang="en-US" sz="1700" b="0" i="0" u="none" strike="noStrike" cap="none" normalizeH="0" baseline="0" dirty="0">
                <a:ln>
                  <a:noFill/>
                </a:ln>
                <a:solidFill>
                  <a:schemeClr val="tx1"/>
                </a:solidFill>
                <a:effectLst/>
                <a:latin typeface="+mj-lt"/>
                <a:ea typeface="NSimSun" panose="02010609030101010101" pitchFamily="49" charset="-122"/>
              </a:rPr>
              <a:t>Empowers farmers to make better financial choices regarding investments and resource allocation.</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Rounded MT Bold" panose="020F0704030504030204" pitchFamily="34" charset="0"/>
              </a:rPr>
              <a:t>Operational Efficiency</a:t>
            </a:r>
            <a:r>
              <a:rPr kumimoji="0" lang="en-US" altLang="en-US" sz="1700" b="0" i="0" u="none" strike="noStrike" cap="none" normalizeH="0" baseline="0" dirty="0">
                <a:ln>
                  <a:noFill/>
                </a:ln>
                <a:solidFill>
                  <a:schemeClr val="tx1"/>
                </a:solidFill>
                <a:effectLst/>
                <a:latin typeface="Arial Rounded MT Bold" panose="020F0704030504030204"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a:t>
            </a:r>
            <a:r>
              <a:rPr kumimoji="0" lang="en-US" altLang="en-US" sz="1700" b="0" i="0" u="none" strike="noStrike" cap="none" normalizeH="0" baseline="0" dirty="0">
                <a:ln>
                  <a:noFill/>
                </a:ln>
                <a:solidFill>
                  <a:schemeClr val="tx1"/>
                </a:solidFill>
                <a:effectLst/>
                <a:latin typeface="+mj-lt"/>
                <a:ea typeface="NSimSun" panose="02010609030101010101" pitchFamily="49" charset="-122"/>
              </a:rPr>
              <a:t>Helps streamline farming operations by identifying best practices and optimizing resource use.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Rounded MT Bold" panose="020F0704030504030204" pitchFamily="34" charset="0"/>
              </a:rPr>
              <a:t>Risk Management</a:t>
            </a:r>
            <a:r>
              <a:rPr kumimoji="0" lang="en-US" altLang="en-US" sz="1700" b="0" i="0" u="none" strike="noStrike" cap="none" normalizeH="0" baseline="0" dirty="0">
                <a:ln>
                  <a:noFill/>
                </a:ln>
                <a:solidFill>
                  <a:schemeClr val="tx1"/>
                </a:solidFill>
                <a:effectLst/>
                <a:latin typeface="Arial Rounded MT Bold" panose="020F0704030504030204"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a:t>
            </a:r>
            <a:r>
              <a:rPr kumimoji="0" lang="en-US" altLang="en-US" sz="1700" b="0" i="0" u="none" strike="noStrike" cap="none" normalizeH="0" baseline="0" dirty="0">
                <a:ln>
                  <a:noFill/>
                </a:ln>
                <a:solidFill>
                  <a:schemeClr val="tx1"/>
                </a:solidFill>
                <a:effectLst/>
                <a:latin typeface="+mj-lt"/>
                <a:ea typeface="NSimSun" panose="02010609030101010101" pitchFamily="49" charset="-122"/>
              </a:rPr>
              <a:t>Equips farmers with information to mitigate risks associated with crop failure and market volatility.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4765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0D61D-ADA4-D44E-3132-C904FAA06A50}"/>
              </a:ext>
            </a:extLst>
          </p:cNvPr>
          <p:cNvSpPr>
            <a:spLocks noGrp="1"/>
          </p:cNvSpPr>
          <p:nvPr>
            <p:ph type="title"/>
          </p:nvPr>
        </p:nvSpPr>
        <p:spPr>
          <a:xfrm>
            <a:off x="-125222" y="144087"/>
            <a:ext cx="13318708" cy="763600"/>
          </a:xfrm>
        </p:spPr>
        <p:txBody>
          <a:bodyPr/>
          <a:lstStyle/>
          <a:p>
            <a:r>
              <a:rPr lang="en-IN" sz="5000" dirty="0">
                <a:latin typeface="Algerian" panose="04020705040A02060702" pitchFamily="82" charset="0"/>
              </a:rPr>
              <a:t>User-Friendly Application</a:t>
            </a:r>
          </a:p>
        </p:txBody>
      </p:sp>
      <p:sp>
        <p:nvSpPr>
          <p:cNvPr id="3" name="Text Placeholder 2">
            <a:extLst>
              <a:ext uri="{FF2B5EF4-FFF2-40B4-BE49-F238E27FC236}">
                <a16:creationId xmlns:a16="http://schemas.microsoft.com/office/drawing/2014/main" id="{EA996052-45CF-8BC7-4290-58537A679C5D}"/>
              </a:ext>
            </a:extLst>
          </p:cNvPr>
          <p:cNvSpPr>
            <a:spLocks noGrp="1"/>
          </p:cNvSpPr>
          <p:nvPr>
            <p:ph type="body" idx="1"/>
          </p:nvPr>
        </p:nvSpPr>
        <p:spPr>
          <a:xfrm>
            <a:off x="422794" y="767010"/>
            <a:ext cx="13534365" cy="5042625"/>
          </a:xfrm>
        </p:spPr>
        <p:txBody>
          <a:bodyPr/>
          <a:lstStyle/>
          <a:p>
            <a:pPr marL="203195" indent="0">
              <a:lnSpc>
                <a:spcPct val="150000"/>
              </a:lnSpc>
              <a:buNone/>
            </a:pPr>
            <a:r>
              <a:rPr lang="en-US" sz="2400" b="1" dirty="0">
                <a:latin typeface="Arial Rounded MT Bold" panose="020F0704030504030204" pitchFamily="34" charset="0"/>
              </a:rPr>
              <a:t>Comprehensive Features</a:t>
            </a:r>
            <a:r>
              <a:rPr lang="en-US" sz="2400" dirty="0">
                <a:latin typeface="Arial Rounded MT Bold" panose="020F0704030504030204" pitchFamily="34" charset="0"/>
              </a:rPr>
              <a:t>:</a:t>
            </a:r>
          </a:p>
          <a:p>
            <a:pPr marL="742950" lvl="1" indent="-285750">
              <a:lnSpc>
                <a:spcPct val="150000"/>
              </a:lnSpc>
              <a:buFont typeface="Arial" panose="020B0604020202020204" pitchFamily="34" charset="0"/>
              <a:buChar char="•"/>
            </a:pPr>
            <a:r>
              <a:rPr lang="en-US" sz="1800" dirty="0">
                <a:latin typeface="Elephant" panose="02020904090505020303" pitchFamily="18" charset="0"/>
              </a:rPr>
              <a:t>Soil Health Data</a:t>
            </a:r>
            <a:r>
              <a:rPr lang="en-US" sz="1800" dirty="0">
                <a:latin typeface="+mj-lt"/>
              </a:rPr>
              <a:t>: </a:t>
            </a:r>
            <a:r>
              <a:rPr lang="en-US" sz="1800" dirty="0">
                <a:latin typeface="+mj-lt"/>
                <a:ea typeface="NSimSun" panose="02010609030101010101" pitchFamily="49" charset="-122"/>
              </a:rPr>
              <a:t>Real-time insights on soil conditions.</a:t>
            </a:r>
          </a:p>
          <a:p>
            <a:pPr marL="742950" lvl="1" indent="-285750">
              <a:lnSpc>
                <a:spcPct val="150000"/>
              </a:lnSpc>
              <a:buFont typeface="Arial" panose="020B0604020202020204" pitchFamily="34" charset="0"/>
              <a:buChar char="•"/>
            </a:pPr>
            <a:r>
              <a:rPr lang="en-US" sz="1800" dirty="0">
                <a:latin typeface="Elephant" panose="02020904090505020303" pitchFamily="18" charset="0"/>
              </a:rPr>
              <a:t>Crop Recommendations</a:t>
            </a:r>
            <a:r>
              <a:rPr lang="en-US" sz="1800" dirty="0"/>
              <a:t>: </a:t>
            </a:r>
            <a:r>
              <a:rPr lang="en-US" sz="1800" dirty="0">
                <a:latin typeface="+mj-lt"/>
                <a:ea typeface="NSimSun" panose="02010609030101010101" pitchFamily="49" charset="-122"/>
              </a:rPr>
              <a:t>Tailored suggestions based on soil health and market trends.</a:t>
            </a:r>
          </a:p>
          <a:p>
            <a:pPr marL="742950" lvl="1" indent="-285750">
              <a:lnSpc>
                <a:spcPct val="150000"/>
              </a:lnSpc>
              <a:buFont typeface="Arial" panose="020B0604020202020204" pitchFamily="34" charset="0"/>
              <a:buChar char="•"/>
            </a:pPr>
            <a:r>
              <a:rPr lang="en-US" sz="1800" dirty="0">
                <a:latin typeface="Elephant" panose="02020904090505020303" pitchFamily="18" charset="0"/>
              </a:rPr>
              <a:t>Resource Management</a:t>
            </a:r>
            <a:r>
              <a:rPr lang="en-US" sz="1800" dirty="0">
                <a:latin typeface="+mj-lt"/>
              </a:rPr>
              <a:t>: </a:t>
            </a:r>
            <a:r>
              <a:rPr lang="en-US" sz="1800" dirty="0">
                <a:latin typeface="+mj-lt"/>
                <a:ea typeface="NSimSun" panose="02010609030101010101" pitchFamily="49" charset="-122"/>
              </a:rPr>
              <a:t>Tools for managing water and fertilizer applications.</a:t>
            </a:r>
          </a:p>
          <a:p>
            <a:pPr marL="203195" indent="0">
              <a:lnSpc>
                <a:spcPct val="150000"/>
              </a:lnSpc>
              <a:buNone/>
            </a:pPr>
            <a:r>
              <a:rPr lang="en-US" sz="2400" b="1" dirty="0">
                <a:latin typeface="Arial Rounded MT Bold" panose="020F0704030504030204" pitchFamily="34" charset="0"/>
              </a:rPr>
              <a:t>User-Centric Design</a:t>
            </a:r>
            <a:r>
              <a:rPr lang="en-US" sz="2400" dirty="0">
                <a:latin typeface="Arial Rounded MT Bold" panose="020F0704030504030204" pitchFamily="34" charset="0"/>
              </a:rPr>
              <a:t>:</a:t>
            </a:r>
          </a:p>
          <a:p>
            <a:pPr marL="203195" indent="0">
              <a:lnSpc>
                <a:spcPct val="150000"/>
              </a:lnSpc>
              <a:buNone/>
            </a:pPr>
            <a:r>
              <a:rPr lang="en-US" sz="1800" dirty="0">
                <a:latin typeface="NSimSun" panose="02010609030101010101" pitchFamily="49" charset="-122"/>
                <a:ea typeface="NSimSun" panose="02010609030101010101" pitchFamily="49" charset="-122"/>
              </a:rPr>
              <a:t>	</a:t>
            </a:r>
            <a:r>
              <a:rPr lang="en-US" sz="1800" dirty="0">
                <a:latin typeface="+mj-lt"/>
                <a:ea typeface="NSimSun" panose="02010609030101010101" pitchFamily="49" charset="-122"/>
              </a:rPr>
              <a:t>Intuitive interface for easy navigation and accessibility.</a:t>
            </a:r>
          </a:p>
          <a:p>
            <a:pPr marL="203195" indent="0">
              <a:lnSpc>
                <a:spcPct val="150000"/>
              </a:lnSpc>
              <a:buNone/>
            </a:pPr>
            <a:r>
              <a:rPr lang="en-US" sz="2400" b="1" dirty="0">
                <a:latin typeface="Arial Rounded MT Bold" panose="020F0704030504030204" pitchFamily="34" charset="0"/>
              </a:rPr>
              <a:t>On-the-Go Access</a:t>
            </a:r>
            <a:r>
              <a:rPr lang="en-US" sz="2400" dirty="0">
                <a:latin typeface="Arial Rounded MT Bold" panose="020F0704030504030204" pitchFamily="34" charset="0"/>
              </a:rPr>
              <a:t>:</a:t>
            </a:r>
          </a:p>
          <a:p>
            <a:pPr marL="203195" indent="0">
              <a:lnSpc>
                <a:spcPct val="150000"/>
              </a:lnSpc>
              <a:buNone/>
            </a:pPr>
            <a:r>
              <a:rPr lang="en-US" sz="1800" dirty="0">
                <a:latin typeface="NSimSun" panose="02010609030101010101" pitchFamily="49" charset="-122"/>
                <a:ea typeface="NSimSun" panose="02010609030101010101" pitchFamily="49" charset="-122"/>
              </a:rPr>
              <a:t>	</a:t>
            </a:r>
            <a:r>
              <a:rPr lang="en-US" sz="1800" dirty="0">
                <a:latin typeface="+mj-lt"/>
                <a:ea typeface="NSimSun" panose="02010609030101010101" pitchFamily="49" charset="-122"/>
              </a:rPr>
              <a:t>Information readily available at farmers' fingertips, enabling quick decisions.</a:t>
            </a:r>
          </a:p>
          <a:p>
            <a:pPr marL="203195" indent="0">
              <a:lnSpc>
                <a:spcPct val="150000"/>
              </a:lnSpc>
              <a:buNone/>
            </a:pPr>
            <a:r>
              <a:rPr lang="en-US" sz="2400" b="1" dirty="0">
                <a:latin typeface="Arial Rounded MT Bold" panose="020F0704030504030204" pitchFamily="34" charset="0"/>
              </a:rPr>
              <a:t>Enhanced Decision-Making</a:t>
            </a:r>
            <a:r>
              <a:rPr lang="en-US" sz="2400" dirty="0">
                <a:latin typeface="Bahnschrift SemiBold" panose="020B0502040204020203" pitchFamily="34" charset="0"/>
              </a:rPr>
              <a:t>:</a:t>
            </a:r>
          </a:p>
          <a:p>
            <a:pPr marL="203195" indent="0">
              <a:lnSpc>
                <a:spcPct val="150000"/>
              </a:lnSpc>
              <a:buNone/>
            </a:pPr>
            <a:r>
              <a:rPr lang="en-US" sz="1800" dirty="0">
                <a:latin typeface="NSimSun" panose="02010609030101010101" pitchFamily="49" charset="-122"/>
                <a:ea typeface="NSimSun" panose="02010609030101010101" pitchFamily="49" charset="-122"/>
              </a:rPr>
              <a:t>	</a:t>
            </a:r>
            <a:r>
              <a:rPr lang="en-US" sz="1800" dirty="0">
                <a:latin typeface="+mj-lt"/>
                <a:ea typeface="NSimSun" panose="02010609030101010101" pitchFamily="49" charset="-122"/>
              </a:rPr>
              <a:t>Empowers farmers to make informed choices, improving productivity and profitability.</a:t>
            </a:r>
          </a:p>
          <a:p>
            <a:endParaRPr lang="en-IN" dirty="0"/>
          </a:p>
        </p:txBody>
      </p:sp>
    </p:spTree>
    <p:extLst>
      <p:ext uri="{BB962C8B-B14F-4D97-AF65-F5344CB8AC3E}">
        <p14:creationId xmlns:p14="http://schemas.microsoft.com/office/powerpoint/2010/main" val="743951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821CC-47FD-F89D-1F77-DE431287B0F1}"/>
              </a:ext>
            </a:extLst>
          </p:cNvPr>
          <p:cNvSpPr>
            <a:spLocks noGrp="1"/>
          </p:cNvSpPr>
          <p:nvPr>
            <p:ph type="title"/>
          </p:nvPr>
        </p:nvSpPr>
        <p:spPr>
          <a:xfrm>
            <a:off x="960000" y="179137"/>
            <a:ext cx="10272000" cy="845793"/>
          </a:xfrm>
        </p:spPr>
        <p:txBody>
          <a:bodyPr/>
          <a:lstStyle/>
          <a:p>
            <a:r>
              <a:rPr lang="en-US" sz="3200" dirty="0">
                <a:latin typeface="Algerian" panose="04020705040A02060702" pitchFamily="82" charset="0"/>
              </a:rPr>
              <a:t>Community Engagement and Educational Resources</a:t>
            </a:r>
          </a:p>
        </p:txBody>
      </p:sp>
      <p:sp>
        <p:nvSpPr>
          <p:cNvPr id="3" name="Text Placeholder 2">
            <a:extLst>
              <a:ext uri="{FF2B5EF4-FFF2-40B4-BE49-F238E27FC236}">
                <a16:creationId xmlns:a16="http://schemas.microsoft.com/office/drawing/2014/main" id="{A0B1D79F-FA3C-3F97-C5DA-7B07B1B865A9}"/>
              </a:ext>
            </a:extLst>
          </p:cNvPr>
          <p:cNvSpPr>
            <a:spLocks noGrp="1"/>
          </p:cNvSpPr>
          <p:nvPr>
            <p:ph type="body" idx="1"/>
          </p:nvPr>
        </p:nvSpPr>
        <p:spPr>
          <a:xfrm>
            <a:off x="456222" y="1380050"/>
            <a:ext cx="12405668" cy="6080851"/>
          </a:xfrm>
        </p:spPr>
        <p:txBody>
          <a:bodyPr/>
          <a:lstStyle/>
          <a:p>
            <a:pPr marL="203195" indent="0">
              <a:lnSpc>
                <a:spcPct val="150000"/>
              </a:lnSpc>
              <a:buNone/>
            </a:pPr>
            <a:r>
              <a:rPr lang="en-US" sz="2000" b="1" dirty="0">
                <a:latin typeface="Arial Rounded MT Bold" panose="020F0704030504030204" pitchFamily="34" charset="0"/>
              </a:rPr>
              <a:t>Knowledge Sharing Platform</a:t>
            </a:r>
            <a:r>
              <a:rPr lang="en-US" sz="2000" dirty="0">
                <a:latin typeface="Arial Rounded MT Bold" panose="020F0704030504030204" pitchFamily="34" charset="0"/>
              </a:rPr>
              <a:t>:</a:t>
            </a:r>
          </a:p>
          <a:p>
            <a:pPr marL="203195" indent="0">
              <a:lnSpc>
                <a:spcPct val="150000"/>
              </a:lnSpc>
              <a:buNone/>
            </a:pPr>
            <a:r>
              <a:rPr lang="en-US" sz="2000" dirty="0">
                <a:latin typeface="NSimSun" panose="02010609030101010101" pitchFamily="49" charset="-122"/>
                <a:ea typeface="NSimSun" panose="02010609030101010101" pitchFamily="49" charset="-122"/>
              </a:rPr>
              <a:t>	</a:t>
            </a:r>
            <a:r>
              <a:rPr lang="en-US" sz="2000" dirty="0">
                <a:latin typeface="+mj-lt"/>
                <a:ea typeface="NSimSun" panose="02010609030101010101" pitchFamily="49" charset="-122"/>
              </a:rPr>
              <a:t>A space for farmers to exchange experiences, tips, and best practices.</a:t>
            </a:r>
          </a:p>
          <a:p>
            <a:pPr marL="203195" indent="0">
              <a:lnSpc>
                <a:spcPct val="150000"/>
              </a:lnSpc>
              <a:buNone/>
            </a:pPr>
            <a:r>
              <a:rPr lang="en-US" sz="2000" b="1" dirty="0">
                <a:latin typeface="Arial Rounded MT Bold" panose="020F0704030504030204" pitchFamily="34" charset="0"/>
              </a:rPr>
              <a:t>Training Modules</a:t>
            </a:r>
            <a:r>
              <a:rPr lang="en-US" sz="2000" dirty="0">
                <a:latin typeface="Arial Rounded MT Bold" panose="020F0704030504030204" pitchFamily="34" charset="0"/>
              </a:rPr>
              <a:t>:</a:t>
            </a:r>
          </a:p>
          <a:p>
            <a:pPr marL="203195" indent="0">
              <a:lnSpc>
                <a:spcPct val="150000"/>
              </a:lnSpc>
              <a:buNone/>
            </a:pPr>
            <a:r>
              <a:rPr lang="en-US" sz="2000" dirty="0">
                <a:latin typeface="NSimSun" panose="02010609030101010101" pitchFamily="49" charset="-122"/>
                <a:ea typeface="NSimSun" panose="02010609030101010101" pitchFamily="49" charset="-122"/>
              </a:rPr>
              <a:t>	</a:t>
            </a:r>
            <a:r>
              <a:rPr lang="en-US" sz="2000" dirty="0">
                <a:latin typeface="+mj-lt"/>
                <a:ea typeface="NSimSun" panose="02010609030101010101" pitchFamily="49" charset="-122"/>
              </a:rPr>
              <a:t>Comprehensive courses on modern agricultural practices and financial literacy</a:t>
            </a:r>
            <a:r>
              <a:rPr lang="en-US" sz="2000" dirty="0">
                <a:latin typeface="+mj-lt"/>
              </a:rPr>
              <a:t>.</a:t>
            </a:r>
          </a:p>
          <a:p>
            <a:pPr marL="203195" indent="0">
              <a:lnSpc>
                <a:spcPct val="150000"/>
              </a:lnSpc>
              <a:buNone/>
            </a:pPr>
            <a:r>
              <a:rPr lang="en-US" sz="2000" b="1" dirty="0">
                <a:latin typeface="Arial Rounded MT Bold" panose="020F0704030504030204" pitchFamily="34" charset="0"/>
              </a:rPr>
              <a:t>Resource Accessibility</a:t>
            </a:r>
            <a:r>
              <a:rPr lang="en-US" sz="2000" dirty="0">
                <a:latin typeface="Arial Rounded MT Bold" panose="020F0704030504030204" pitchFamily="34" charset="0"/>
              </a:rPr>
              <a:t>:</a:t>
            </a:r>
          </a:p>
          <a:p>
            <a:pPr marL="203195" indent="0">
              <a:lnSpc>
                <a:spcPct val="150000"/>
              </a:lnSpc>
              <a:buNone/>
            </a:pPr>
            <a:r>
              <a:rPr lang="en-US" sz="2000" dirty="0">
                <a:latin typeface="NSimSun" panose="02010609030101010101" pitchFamily="49" charset="-122"/>
                <a:ea typeface="NSimSun" panose="02010609030101010101" pitchFamily="49" charset="-122"/>
              </a:rPr>
              <a:t>	</a:t>
            </a:r>
            <a:r>
              <a:rPr lang="en-US" sz="2000" dirty="0">
                <a:latin typeface="+mj-lt"/>
                <a:ea typeface="NSimSun" panose="02010609030101010101" pitchFamily="49" charset="-122"/>
              </a:rPr>
              <a:t>Easy access to instructional materials, videos, and guides to enhance farming techniques.</a:t>
            </a:r>
          </a:p>
          <a:p>
            <a:pPr marL="203195" indent="0">
              <a:lnSpc>
                <a:spcPct val="150000"/>
              </a:lnSpc>
              <a:buNone/>
            </a:pPr>
            <a:r>
              <a:rPr lang="en-US" sz="2000" b="1" dirty="0">
                <a:latin typeface="Arial Rounded MT Bold" panose="020F0704030504030204" pitchFamily="34" charset="0"/>
              </a:rPr>
              <a:t>Feedback Loop</a:t>
            </a:r>
            <a:r>
              <a:rPr lang="en-US" sz="2000" dirty="0">
                <a:latin typeface="Arial Rounded MT Bold" panose="020F0704030504030204" pitchFamily="34" charset="0"/>
              </a:rPr>
              <a:t>:</a:t>
            </a:r>
          </a:p>
          <a:p>
            <a:pPr marL="203195" indent="0">
              <a:lnSpc>
                <a:spcPct val="150000"/>
              </a:lnSpc>
              <a:buNone/>
            </a:pPr>
            <a:r>
              <a:rPr lang="en-US" sz="2000" dirty="0">
                <a:latin typeface="NSimSun" panose="02010609030101010101" pitchFamily="49" charset="-122"/>
                <a:ea typeface="NSimSun" panose="02010609030101010101" pitchFamily="49" charset="-122"/>
              </a:rPr>
              <a:t>	</a:t>
            </a:r>
            <a:r>
              <a:rPr lang="en-US" sz="2000" dirty="0">
                <a:latin typeface="+mj-lt"/>
                <a:ea typeface="NSimSun" panose="02010609030101010101" pitchFamily="49" charset="-122"/>
              </a:rPr>
              <a:t>Encourages user input to continuously improve the solution based on farmer needs.</a:t>
            </a:r>
          </a:p>
          <a:p>
            <a:pPr marL="203195" indent="0">
              <a:lnSpc>
                <a:spcPct val="150000"/>
              </a:lnSpc>
              <a:buNone/>
            </a:pPr>
            <a:r>
              <a:rPr lang="en-US" sz="2000" b="1" dirty="0">
                <a:latin typeface="Arial Rounded MT Bold" panose="020F0704030504030204" pitchFamily="34" charset="0"/>
              </a:rPr>
              <a:t>Government Schemes</a:t>
            </a:r>
            <a:r>
              <a:rPr lang="en-US" sz="2000" dirty="0">
                <a:latin typeface="Arial Rounded MT Bold" panose="020F0704030504030204" pitchFamily="34" charset="0"/>
              </a:rPr>
              <a:t>:</a:t>
            </a:r>
            <a:endParaRPr lang="en-US" sz="2000" dirty="0">
              <a:latin typeface="Arial Rounded MT Bold" panose="020F0704030504030204" pitchFamily="34" charset="0"/>
              <a:ea typeface="NSimSun" panose="02010609030101010101" pitchFamily="49" charset="-122"/>
            </a:endParaRPr>
          </a:p>
          <a:p>
            <a:pPr marL="203195" indent="0">
              <a:lnSpc>
                <a:spcPct val="150000"/>
              </a:lnSpc>
              <a:buNone/>
            </a:pPr>
            <a:r>
              <a:rPr lang="en-US" sz="2000" dirty="0">
                <a:latin typeface="NSimSun" panose="02010609030101010101" pitchFamily="49" charset="-122"/>
                <a:ea typeface="NSimSun" panose="02010609030101010101" pitchFamily="49" charset="-122"/>
              </a:rPr>
              <a:t>	</a:t>
            </a:r>
            <a:r>
              <a:rPr lang="en-US" sz="2000" dirty="0">
                <a:latin typeface="+mj-lt"/>
                <a:ea typeface="NSimSun" panose="02010609030101010101" pitchFamily="49" charset="-122"/>
              </a:rPr>
              <a:t>Information on available government programs to support farmers’ initiatives.</a:t>
            </a:r>
          </a:p>
          <a:p>
            <a:pPr marL="203195" indent="0">
              <a:buNone/>
            </a:pPr>
            <a:endParaRPr lang="en-IN" dirty="0"/>
          </a:p>
        </p:txBody>
      </p:sp>
    </p:spTree>
    <p:extLst>
      <p:ext uri="{BB962C8B-B14F-4D97-AF65-F5344CB8AC3E}">
        <p14:creationId xmlns:p14="http://schemas.microsoft.com/office/powerpoint/2010/main" val="3558790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C9AE-6A68-E97C-B6F4-0E60EF848BB1}"/>
              </a:ext>
            </a:extLst>
          </p:cNvPr>
          <p:cNvSpPr>
            <a:spLocks noGrp="1"/>
          </p:cNvSpPr>
          <p:nvPr>
            <p:ph type="title"/>
          </p:nvPr>
        </p:nvSpPr>
        <p:spPr>
          <a:xfrm>
            <a:off x="759032" y="25375"/>
            <a:ext cx="10272000" cy="763600"/>
          </a:xfrm>
        </p:spPr>
        <p:txBody>
          <a:bodyPr/>
          <a:lstStyle/>
          <a:p>
            <a:r>
              <a:rPr lang="en-IN" sz="6000" dirty="0">
                <a:latin typeface="Algerian" panose="04020705040A02060702" pitchFamily="82" charset="0"/>
              </a:rPr>
              <a:t>Future Scope</a:t>
            </a:r>
          </a:p>
        </p:txBody>
      </p:sp>
      <p:sp>
        <p:nvSpPr>
          <p:cNvPr id="4" name="Rectangle 1">
            <a:extLst>
              <a:ext uri="{FF2B5EF4-FFF2-40B4-BE49-F238E27FC236}">
                <a16:creationId xmlns:a16="http://schemas.microsoft.com/office/drawing/2014/main" id="{61966EC0-B9B0-03AC-2002-F907254B2EC6}"/>
              </a:ext>
            </a:extLst>
          </p:cNvPr>
          <p:cNvSpPr>
            <a:spLocks noGrp="1" noChangeArrowheads="1"/>
          </p:cNvSpPr>
          <p:nvPr>
            <p:ph type="body" idx="1"/>
          </p:nvPr>
        </p:nvSpPr>
        <p:spPr bwMode="auto">
          <a:xfrm>
            <a:off x="411982" y="1343320"/>
            <a:ext cx="1202117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Complete Package Sales</a:t>
            </a:r>
            <a:r>
              <a:rPr kumimoji="0" lang="en-US" altLang="en-US" sz="2400" b="0" i="0" u="none" strike="noStrike" cap="none" normalizeH="0" baseline="0" dirty="0">
                <a:ln>
                  <a:noFill/>
                </a:ln>
                <a:solidFill>
                  <a:schemeClr val="tx1"/>
                </a:solidFill>
                <a:effectLst/>
                <a:latin typeface="Arial Rounded MT Bold" panose="020F0704030504030204"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Offer a comprehensive smart farming solution that includes hardware, software, and ongoing support.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Subscription Model</a:t>
            </a:r>
            <a:r>
              <a:rPr kumimoji="0" lang="en-US" altLang="en-US" sz="2400" b="0" i="0" u="none" strike="noStrike" cap="none" normalizeH="0" baseline="0" dirty="0">
                <a:ln>
                  <a:noFill/>
                </a:ln>
                <a:solidFill>
                  <a:schemeClr val="tx1"/>
                </a:solidFill>
                <a:effectLst/>
                <a:latin typeface="Arial Rounded MT Bold" panose="020F0704030504030204"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Implement a subscription-based service for continuous access to features, updates, and educational resources.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Continuous Data Tracking</a:t>
            </a:r>
            <a:r>
              <a:rPr kumimoji="0" lang="en-US" altLang="en-US" sz="2400" b="0" i="0" u="none" strike="noStrike" cap="none" normalizeH="0" baseline="0" dirty="0">
                <a:ln>
                  <a:noFill/>
                </a:ln>
                <a:solidFill>
                  <a:schemeClr val="tx1"/>
                </a:solidFill>
                <a:effectLst/>
                <a:latin typeface="Arial Rounded MT Bold" panose="020F0704030504030204"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Regularly collect and analyze user data to enhance AI models and improve recommendations.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Expansion to Diverse Regions</a:t>
            </a:r>
            <a:r>
              <a:rPr kumimoji="0" lang="en-US" altLang="en-US" sz="2400" b="0" i="0" u="none" strike="noStrike" cap="none" normalizeH="0" baseline="0" dirty="0">
                <a:ln>
                  <a:noFill/>
                </a:ln>
                <a:solidFill>
                  <a:schemeClr val="tx1"/>
                </a:solidFill>
                <a:effectLst/>
                <a:latin typeface="Arial Rounded MT Bold" panose="020F0704030504030204"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mj-lt"/>
                <a:ea typeface="NSimSun" panose="02010609030101010101" pitchFamily="49" charset="-122"/>
              </a:rPr>
              <a:t>Adapt and scale the system for various agricultural practices across India and internationally. </a:t>
            </a:r>
          </a:p>
        </p:txBody>
      </p:sp>
    </p:spTree>
    <p:extLst>
      <p:ext uri="{BB962C8B-B14F-4D97-AF65-F5344CB8AC3E}">
        <p14:creationId xmlns:p14="http://schemas.microsoft.com/office/powerpoint/2010/main" val="3879735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6719B-2205-8C9E-12F1-9AE7E5DBB652}"/>
              </a:ext>
            </a:extLst>
          </p:cNvPr>
          <p:cNvSpPr>
            <a:spLocks noGrp="1"/>
          </p:cNvSpPr>
          <p:nvPr>
            <p:ph type="title"/>
          </p:nvPr>
        </p:nvSpPr>
        <p:spPr>
          <a:xfrm>
            <a:off x="759033" y="81590"/>
            <a:ext cx="10272000" cy="763600"/>
          </a:xfrm>
        </p:spPr>
        <p:txBody>
          <a:bodyPr/>
          <a:lstStyle/>
          <a:p>
            <a:r>
              <a:rPr lang="en-IN" sz="6000" dirty="0">
                <a:latin typeface="Algerian" panose="04020705040A02060702" pitchFamily="82" charset="0"/>
              </a:rPr>
              <a:t>Conclusion</a:t>
            </a:r>
          </a:p>
        </p:txBody>
      </p:sp>
      <p:sp>
        <p:nvSpPr>
          <p:cNvPr id="4" name="Rectangle 1">
            <a:extLst>
              <a:ext uri="{FF2B5EF4-FFF2-40B4-BE49-F238E27FC236}">
                <a16:creationId xmlns:a16="http://schemas.microsoft.com/office/drawing/2014/main" id="{6121A752-075D-ABB2-1B07-5491B08EDC16}"/>
              </a:ext>
            </a:extLst>
          </p:cNvPr>
          <p:cNvSpPr>
            <a:spLocks noGrp="1" noChangeArrowheads="1"/>
          </p:cNvSpPr>
          <p:nvPr>
            <p:ph type="body" idx="1"/>
          </p:nvPr>
        </p:nvSpPr>
        <p:spPr bwMode="auto">
          <a:xfrm>
            <a:off x="452176" y="986074"/>
            <a:ext cx="1205132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Recap</a:t>
            </a:r>
            <a:r>
              <a:rPr kumimoji="0" lang="en-US" altLang="en-US" sz="2400" b="0" i="0" u="none" strike="noStrike" cap="none" normalizeH="0" baseline="0" dirty="0">
                <a:ln>
                  <a:noFill/>
                </a:ln>
                <a:solidFill>
                  <a:schemeClr val="tx1"/>
                </a:solidFill>
                <a:effectLst/>
                <a:latin typeface="Arial Rounded MT Bold" panose="020F0704030504030204" pitchFamily="34" charset="0"/>
              </a:rPr>
              <a:t>: </a:t>
            </a:r>
            <a:r>
              <a:rPr kumimoji="0" lang="en-US" altLang="en-US" sz="1800" b="0" i="0" u="none" strike="noStrike" cap="none" normalizeH="0" baseline="0" dirty="0">
                <a:ln>
                  <a:noFill/>
                </a:ln>
                <a:solidFill>
                  <a:schemeClr val="tx1"/>
                </a:solidFill>
                <a:effectLst/>
                <a:latin typeface="+mj-lt"/>
              </a:rPr>
              <a:t>Summarize the key aspects of the Smart Farming Solution, focusing on the integration of real-time data, automation, and education for farmers.</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Impact on Farmers</a:t>
            </a:r>
            <a:r>
              <a:rPr kumimoji="0" lang="en-US" altLang="en-US" sz="2400" b="0" i="0" u="none" strike="noStrike" cap="none" normalizeH="0" baseline="0" dirty="0">
                <a:ln>
                  <a:noFill/>
                </a:ln>
                <a:solidFill>
                  <a:schemeClr val="tx1"/>
                </a:solidFill>
                <a:effectLst/>
                <a:latin typeface="Arial Rounded MT Bold" panose="020F0704030504030204" pitchFamily="34" charset="0"/>
              </a:rPr>
              <a:t>:</a:t>
            </a:r>
          </a:p>
          <a:p>
            <a:pPr marL="285750" indent="-285750" eaLnBrk="0" fontAlgn="base" hangingPunct="0">
              <a:lnSpc>
                <a:spcPct val="2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Rounded MT Bold" panose="020F0704030504030204" pitchFamily="34" charset="0"/>
              </a:rPr>
              <a:t>Boosts Productivity</a:t>
            </a:r>
            <a:r>
              <a:rPr kumimoji="0" lang="en-US" altLang="en-US" sz="1800" i="0" u="none" strike="noStrike" cap="none" normalizeH="0" baseline="0" dirty="0">
                <a:ln>
                  <a:noFill/>
                </a:ln>
                <a:solidFill>
                  <a:schemeClr val="tx1"/>
                </a:solidFill>
                <a:effectLst/>
                <a:latin typeface="Elephant" panose="02020904090505020303" pitchFamily="18"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Ensures efficient use of resources like water and fertilizers, optimizing crop yield.</a:t>
            </a:r>
          </a:p>
          <a:p>
            <a:pPr marL="285750" indent="-285750" eaLnBrk="0" fontAlgn="base" hangingPunct="0">
              <a:lnSpc>
                <a:spcPct val="2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Rounded MT Bold" panose="020F0704030504030204" pitchFamily="34" charset="0"/>
              </a:rPr>
              <a:t>Increases Income: </a:t>
            </a:r>
            <a:r>
              <a:rPr kumimoji="0" lang="en-US" altLang="en-US" sz="1800" b="0" i="0" u="none" strike="noStrike" cap="none" normalizeH="0" baseline="0" dirty="0">
                <a:ln>
                  <a:noFill/>
                </a:ln>
                <a:solidFill>
                  <a:schemeClr val="tx1"/>
                </a:solidFill>
                <a:effectLst/>
                <a:latin typeface="Arial" panose="020B0604020202020204" pitchFamily="34" charset="0"/>
              </a:rPr>
              <a:t>Recommends profitable crop patterns and reduces input costs.</a:t>
            </a:r>
          </a:p>
          <a:p>
            <a:pPr marL="285750" indent="-285750" eaLnBrk="0" fontAlgn="base" hangingPunct="0">
              <a:lnSpc>
                <a:spcPct val="2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Rounded MT Bold" panose="020F0704030504030204" pitchFamily="34" charset="0"/>
              </a:rPr>
              <a:t>Improves Well-Being: </a:t>
            </a:r>
            <a:r>
              <a:rPr kumimoji="0" lang="en-US" altLang="en-US" sz="1800" b="0" i="0" u="none" strike="noStrike" cap="none" normalizeH="0" baseline="0" dirty="0">
                <a:ln>
                  <a:noFill/>
                </a:ln>
                <a:solidFill>
                  <a:schemeClr val="tx1"/>
                </a:solidFill>
                <a:effectLst/>
                <a:latin typeface="Arial" panose="020B0604020202020204" pitchFamily="34" charset="0"/>
              </a:rPr>
              <a:t>Eases workload, empowers farmers with knowledge, and fosters a sustainable farming approach.</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Rounded MT Bold" panose="020F0704030504030204" pitchFamily="34" charset="0"/>
              </a:rPr>
              <a:t>Call to Action</a:t>
            </a:r>
            <a:r>
              <a:rPr kumimoji="0" lang="en-US" altLang="en-US" sz="2400" b="0" i="0" u="none" strike="noStrike" cap="none" normalizeH="0" baseline="0" dirty="0">
                <a:ln>
                  <a:noFill/>
                </a:ln>
                <a:solidFill>
                  <a:schemeClr val="tx1"/>
                </a:solidFill>
                <a:effectLst/>
                <a:latin typeface="Arial Rounded MT Bold" panose="020F070403050403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Highlight the next steps for implementation or adoption of the solution.</a:t>
            </a:r>
          </a:p>
        </p:txBody>
      </p:sp>
    </p:spTree>
    <p:extLst>
      <p:ext uri="{BB962C8B-B14F-4D97-AF65-F5344CB8AC3E}">
        <p14:creationId xmlns:p14="http://schemas.microsoft.com/office/powerpoint/2010/main" val="3739754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0093-686D-B839-D618-85601A01EF1E}"/>
              </a:ext>
            </a:extLst>
          </p:cNvPr>
          <p:cNvSpPr>
            <a:spLocks noGrp="1"/>
          </p:cNvSpPr>
          <p:nvPr>
            <p:ph type="title"/>
          </p:nvPr>
        </p:nvSpPr>
        <p:spPr>
          <a:xfrm>
            <a:off x="694529" y="277351"/>
            <a:ext cx="10272000" cy="763600"/>
          </a:xfrm>
        </p:spPr>
        <p:txBody>
          <a:bodyPr/>
          <a:lstStyle/>
          <a:p>
            <a:r>
              <a:rPr lang="en-US" sz="6000" dirty="0">
                <a:latin typeface="Algerian" panose="04020705040A02060702" pitchFamily="82" charset="0"/>
                <a:ea typeface="NSimSun" panose="02010609030101010101" pitchFamily="49" charset="-122"/>
              </a:rPr>
              <a:t>REFERENCES</a:t>
            </a:r>
            <a:endParaRPr lang="en-IN" sz="6000" dirty="0">
              <a:latin typeface="Algerian" panose="04020705040A02060702" pitchFamily="82" charset="0"/>
              <a:ea typeface="NSimSun" panose="02010609030101010101" pitchFamily="49" charset="-122"/>
            </a:endParaRPr>
          </a:p>
        </p:txBody>
      </p:sp>
      <p:sp>
        <p:nvSpPr>
          <p:cNvPr id="3" name="TextBox 2">
            <a:extLst>
              <a:ext uri="{FF2B5EF4-FFF2-40B4-BE49-F238E27FC236}">
                <a16:creationId xmlns:a16="http://schemas.microsoft.com/office/drawing/2014/main" id="{09C6E4E5-858A-2848-3D7A-8B0F844D1934}"/>
              </a:ext>
            </a:extLst>
          </p:cNvPr>
          <p:cNvSpPr txBox="1"/>
          <p:nvPr/>
        </p:nvSpPr>
        <p:spPr>
          <a:xfrm>
            <a:off x="1085108" y="1415844"/>
            <a:ext cx="9881421"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mj-lt"/>
              </a:rPr>
              <a:t>Case Study on Smart Irrigation in India – </a:t>
            </a:r>
            <a:r>
              <a:rPr lang="en-US" sz="2000" b="1" dirty="0">
                <a:latin typeface="+mj-lt"/>
              </a:rPr>
              <a:t>Published by ICAR </a:t>
            </a:r>
            <a:r>
              <a:rPr lang="en-US" sz="2000" dirty="0">
                <a:latin typeface="+mj-lt"/>
              </a:rPr>
              <a:t>(Indian Council of Agricultural Research). (08/09/2024 12:12) </a:t>
            </a:r>
          </a:p>
          <a:p>
            <a:pPr marL="342900" indent="-342900">
              <a:buFont typeface="Arial" panose="020B0604020202020204" pitchFamily="34" charset="0"/>
              <a:buChar char="•"/>
            </a:pPr>
            <a:endParaRPr lang="en-US" sz="2000" dirty="0">
              <a:latin typeface="+mj-lt"/>
            </a:endParaRPr>
          </a:p>
          <a:p>
            <a:pPr marL="342900" indent="-342900">
              <a:buFont typeface="Arial" panose="020B0604020202020204" pitchFamily="34" charset="0"/>
              <a:buChar char="•"/>
            </a:pPr>
            <a:r>
              <a:rPr lang="en-US" sz="2000" dirty="0">
                <a:latin typeface="+mj-lt"/>
              </a:rPr>
              <a:t>Real-Time Soil Monitoring for Precision Agriculture – </a:t>
            </a:r>
            <a:r>
              <a:rPr lang="en-US" sz="2000" b="1" dirty="0">
                <a:latin typeface="+mj-lt"/>
              </a:rPr>
              <a:t>Research from the Food and Agriculture Organization </a:t>
            </a:r>
            <a:r>
              <a:rPr lang="en-US" sz="2000" dirty="0">
                <a:latin typeface="+mj-lt"/>
              </a:rPr>
              <a:t>(FAO). (18/10/2024 13:12)</a:t>
            </a:r>
          </a:p>
          <a:p>
            <a:pPr marL="342900" indent="-342900">
              <a:buFont typeface="Arial" panose="020B0604020202020204" pitchFamily="34" charset="0"/>
              <a:buChar char="•"/>
            </a:pPr>
            <a:endParaRPr lang="en-US" sz="2000" dirty="0">
              <a:latin typeface="+mj-lt"/>
            </a:endParaRPr>
          </a:p>
          <a:p>
            <a:pPr marL="342900" indent="-342900">
              <a:buFont typeface="Arial" panose="020B0604020202020204" pitchFamily="34" charset="0"/>
              <a:buChar char="•"/>
            </a:pPr>
            <a:r>
              <a:rPr lang="en-US" sz="2000" dirty="0">
                <a:latin typeface="+mj-lt"/>
              </a:rPr>
              <a:t>Precision Agriculture Technologies and Applications by </a:t>
            </a:r>
            <a:r>
              <a:rPr lang="en-US" sz="2000" b="1" dirty="0">
                <a:latin typeface="+mj-lt"/>
              </a:rPr>
              <a:t>John V. Stafford</a:t>
            </a:r>
            <a:r>
              <a:rPr lang="en-US" sz="2000" dirty="0">
                <a:latin typeface="+mj-lt"/>
              </a:rPr>
              <a:t>. (book)</a:t>
            </a:r>
          </a:p>
          <a:p>
            <a:pPr marL="342900" indent="-342900">
              <a:buFont typeface="Arial" panose="020B0604020202020204" pitchFamily="34" charset="0"/>
              <a:buChar char="•"/>
            </a:pPr>
            <a:endParaRPr lang="en-US" sz="2000" dirty="0">
              <a:latin typeface="+mj-lt"/>
            </a:endParaRPr>
          </a:p>
          <a:p>
            <a:pPr marL="342900" indent="-342900">
              <a:buFont typeface="Arial" panose="020B0604020202020204" pitchFamily="34" charset="0"/>
              <a:buChar char="•"/>
            </a:pPr>
            <a:r>
              <a:rPr lang="en-US" sz="2000" dirty="0">
                <a:latin typeface="+mj-lt"/>
              </a:rPr>
              <a:t>The Future of Farming: Technology and Innovation by </a:t>
            </a:r>
            <a:r>
              <a:rPr lang="en-US" sz="2000" b="1" dirty="0">
                <a:latin typeface="+mj-lt"/>
              </a:rPr>
              <a:t>Robert Blair</a:t>
            </a:r>
            <a:r>
              <a:rPr lang="en-US" sz="2000" dirty="0">
                <a:latin typeface="+mj-lt"/>
              </a:rPr>
              <a:t>. FAO Website </a:t>
            </a:r>
            <a:r>
              <a:rPr lang="en-US" sz="2000" b="1" dirty="0">
                <a:latin typeface="+mj-lt"/>
              </a:rPr>
              <a:t>(www.fao.org) </a:t>
            </a:r>
            <a:r>
              <a:rPr lang="en-US" sz="2000" dirty="0">
                <a:latin typeface="+mj-lt"/>
              </a:rPr>
              <a:t>for global agricultural data and solutions.</a:t>
            </a:r>
          </a:p>
          <a:p>
            <a:r>
              <a:rPr lang="en-US" sz="2000" dirty="0">
                <a:latin typeface="+mj-lt"/>
              </a:rPr>
              <a:t>     (09/11/2024 13:12)</a:t>
            </a:r>
          </a:p>
          <a:p>
            <a:endParaRPr lang="en-US" sz="2000" dirty="0">
              <a:latin typeface="+mj-lt"/>
            </a:endParaRPr>
          </a:p>
          <a:p>
            <a:pPr marL="342900" indent="-342900">
              <a:buFont typeface="Arial" panose="020B0604020202020204" pitchFamily="34" charset="0"/>
              <a:buChar char="•"/>
            </a:pPr>
            <a:r>
              <a:rPr lang="en-US" sz="2000" dirty="0">
                <a:latin typeface="+mj-lt"/>
              </a:rPr>
              <a:t>ICAR Website </a:t>
            </a:r>
            <a:r>
              <a:rPr lang="en-US" sz="2000" b="1" dirty="0">
                <a:latin typeface="+mj-lt"/>
              </a:rPr>
              <a:t>(www.icar.org.in) </a:t>
            </a:r>
            <a:r>
              <a:rPr lang="en-US" sz="2000" dirty="0">
                <a:latin typeface="+mj-lt"/>
              </a:rPr>
              <a:t>for Indian agriculture advancements. (09/12/2024 17:12)</a:t>
            </a:r>
            <a:endParaRPr lang="en-IN" sz="2000" dirty="0">
              <a:latin typeface="+mj-lt"/>
            </a:endParaRPr>
          </a:p>
        </p:txBody>
      </p:sp>
    </p:spTree>
    <p:extLst>
      <p:ext uri="{BB962C8B-B14F-4D97-AF65-F5344CB8AC3E}">
        <p14:creationId xmlns:p14="http://schemas.microsoft.com/office/powerpoint/2010/main" val="328856459"/>
      </p:ext>
    </p:extLst>
  </p:cSld>
  <p:clrMapOvr>
    <a:masterClrMapping/>
  </p:clrMapOvr>
</p:sld>
</file>

<file path=ppt/theme/theme1.xml><?xml version="1.0" encoding="utf-8"?>
<a:theme xmlns:a="http://schemas.openxmlformats.org/drawingml/2006/main" name="Sugar Beet Cultivation Project Proposal by Slidesgo">
  <a:themeElements>
    <a:clrScheme name="Simple Light">
      <a:dk1>
        <a:srgbClr val="454550"/>
      </a:dk1>
      <a:lt1>
        <a:srgbClr val="FEF0D8"/>
      </a:lt1>
      <a:dk2>
        <a:srgbClr val="F6E3BB"/>
      </a:dk2>
      <a:lt2>
        <a:srgbClr val="DAC788"/>
      </a:lt2>
      <a:accent1>
        <a:srgbClr val="7CA125"/>
      </a:accent1>
      <a:accent2>
        <a:srgbClr val="A9874B"/>
      </a:accent2>
      <a:accent3>
        <a:srgbClr val="D79069"/>
      </a:accent3>
      <a:accent4>
        <a:srgbClr val="C59D7B"/>
      </a:accent4>
      <a:accent5>
        <a:srgbClr val="FFFFFF"/>
      </a:accent5>
      <a:accent6>
        <a:srgbClr val="FFFFFF"/>
      </a:accent6>
      <a:hlink>
        <a:srgbClr val="4545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00e267d3a089d0052f7cb01ba7ac7969 [Read-Only]" id="{6F0785BB-9A34-46D1-9B67-A4EC4C3DF8BA}" vid="{7C488302-8F19-465D-AD91-452E05E266D0}"/>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00e267d3a089d0052f7cb01ba7ac7969 [Read-Only]" id="{6F0785BB-9A34-46D1-9B67-A4EC4C3DF8BA}" vid="{FA69D5D9-4927-4F90-881D-666814FBCEB4}"/>
    </a:ext>
  </a:extLst>
</a:theme>
</file>

<file path=docProps/app.xml><?xml version="1.0" encoding="utf-8"?>
<Properties xmlns="http://schemas.openxmlformats.org/officeDocument/2006/extended-properties" xmlns:vt="http://schemas.openxmlformats.org/officeDocument/2006/docPropsVTypes">
  <Template>Sugar-Beet-Cultivation-Project-Proposal-by-Slidesgo</Template>
  <TotalTime>283</TotalTime>
  <Words>1187</Words>
  <Application>Microsoft Office PowerPoint</Application>
  <PresentationFormat>Widescreen</PresentationFormat>
  <Paragraphs>147</Paragraphs>
  <Slides>17</Slides>
  <Notes>0</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17</vt:i4>
      </vt:variant>
    </vt:vector>
  </HeadingPairs>
  <TitlesOfParts>
    <vt:vector size="35" baseType="lpstr">
      <vt:lpstr>NSimSun</vt:lpstr>
      <vt:lpstr>Algerian</vt:lpstr>
      <vt:lpstr>Arial</vt:lpstr>
      <vt:lpstr>Arial Rounded MT Bold</vt:lpstr>
      <vt:lpstr>Bahnschrift SemiBold</vt:lpstr>
      <vt:lpstr>Bebas Neue</vt:lpstr>
      <vt:lpstr>Elephant</vt:lpstr>
      <vt:lpstr>Marcellus</vt:lpstr>
      <vt:lpstr>Nunito</vt:lpstr>
      <vt:lpstr>Perpetua</vt:lpstr>
      <vt:lpstr>Playbill</vt:lpstr>
      <vt:lpstr>Proxima Nova</vt:lpstr>
      <vt:lpstr>Proxima Nova Semibold</vt:lpstr>
      <vt:lpstr>PT Sans</vt:lpstr>
      <vt:lpstr>Roboto Condensed Light</vt:lpstr>
      <vt:lpstr>Wingdings</vt:lpstr>
      <vt:lpstr>Sugar Beet Cultivation Project Proposal by Slidesgo</vt:lpstr>
      <vt:lpstr>Slidesgo Final Pages</vt:lpstr>
      <vt:lpstr>SMART KRISHI</vt:lpstr>
      <vt:lpstr>PowerPoint Presentation</vt:lpstr>
      <vt:lpstr>ABSTRACT</vt:lpstr>
      <vt:lpstr>Problem Statement</vt:lpstr>
      <vt:lpstr>Solution Overview</vt:lpstr>
      <vt:lpstr>PowerPoint Presentation</vt:lpstr>
      <vt:lpstr>FLOWCHART</vt:lpstr>
      <vt:lpstr>PowerPoint Presentation</vt:lpstr>
      <vt:lpstr>Soil Health Monitoring</vt:lpstr>
      <vt:lpstr>Crop Pattern Optimization</vt:lpstr>
      <vt:lpstr>Automated Water and Fertilizer Management</vt:lpstr>
      <vt:lpstr>Data-Driven Insights for Decision Making</vt:lpstr>
      <vt:lpstr>User-Friendly Application</vt:lpstr>
      <vt:lpstr>Community Engagement and Educational Resources</vt:lpstr>
      <vt:lpstr>Future Scope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Shivam Mishra</dc:creator>
  <cp:lastModifiedBy>Shivam Mishra</cp:lastModifiedBy>
  <cp:revision>4</cp:revision>
  <dcterms:created xsi:type="dcterms:W3CDTF">2024-10-23T16:27:18Z</dcterms:created>
  <dcterms:modified xsi:type="dcterms:W3CDTF">2025-01-13T05:09:40Z</dcterms:modified>
</cp:coreProperties>
</file>