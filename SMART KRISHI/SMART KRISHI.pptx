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88" r:id="rId2"/>
  </p:sldMasterIdLst>
  <p:sldIdLst>
    <p:sldId id="256" r:id="rId3"/>
    <p:sldId id="271" r:id="rId4"/>
    <p:sldId id="257" r:id="rId5"/>
    <p:sldId id="258" r:id="rId6"/>
    <p:sldId id="263" r:id="rId7"/>
    <p:sldId id="259" r:id="rId8"/>
    <p:sldId id="264" r:id="rId9"/>
    <p:sldId id="265" r:id="rId10"/>
    <p:sldId id="266" r:id="rId11"/>
    <p:sldId id="267" r:id="rId12"/>
    <p:sldId id="268" r:id="rId13"/>
    <p:sldId id="269" r:id="rId14"/>
    <p:sldId id="270" r:id="rId15"/>
    <p:sldId id="262"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543C0A-D935-F083-D726-18422279AA67}" v="4" dt="2024-11-28T08:04:54.623"/>
    <p1510:client id="{C3B84AC9-29E6-4E49-A87F-19FA0600BF79}" v="47" dt="2024-11-28T04:41:43.2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6" d="100"/>
          <a:sy n="76" d="100"/>
        </p:scale>
        <p:origin x="917" y="-5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21" Type="http://schemas.microsoft.com/office/2015/10/relationships/revisionInfo" Target="revisionInfo.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flipH="1">
            <a:off x="-1379100" y="4772468"/>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rgbClr val="A9874B">
              <a:alpha val="33930"/>
            </a:srgbClr>
          </a:solidFill>
          <a:ln>
            <a:noFill/>
          </a:ln>
        </p:spPr>
      </p:sp>
      <p:sp>
        <p:nvSpPr>
          <p:cNvPr id="10" name="Google Shape;10;p2"/>
          <p:cNvSpPr/>
          <p:nvPr/>
        </p:nvSpPr>
        <p:spPr>
          <a:xfrm>
            <a:off x="-1670500" y="5073834"/>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11" name="Google Shape;11;p2"/>
          <p:cNvGrpSpPr/>
          <p:nvPr/>
        </p:nvGrpSpPr>
        <p:grpSpPr>
          <a:xfrm>
            <a:off x="10131282" y="275079"/>
            <a:ext cx="2951401" cy="1135736"/>
            <a:chOff x="3352611" y="546734"/>
            <a:chExt cx="2213551" cy="851802"/>
          </a:xfrm>
        </p:grpSpPr>
        <p:sp>
          <p:nvSpPr>
            <p:cNvPr id="12" name="Google Shape;12;p2"/>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 name="Google Shape;13;p2"/>
            <p:cNvGrpSpPr/>
            <p:nvPr/>
          </p:nvGrpSpPr>
          <p:grpSpPr>
            <a:xfrm>
              <a:off x="3352611" y="546734"/>
              <a:ext cx="2077576" cy="851802"/>
              <a:chOff x="3352611" y="546734"/>
              <a:chExt cx="2077576" cy="851802"/>
            </a:xfrm>
          </p:grpSpPr>
          <p:sp>
            <p:nvSpPr>
              <p:cNvPr id="14" name="Google Shape;14;p2"/>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3" name="Google Shape;23;p2"/>
          <p:cNvGrpSpPr/>
          <p:nvPr/>
        </p:nvGrpSpPr>
        <p:grpSpPr>
          <a:xfrm>
            <a:off x="-54305" y="445573"/>
            <a:ext cx="1536100" cy="1062463"/>
            <a:chOff x="605071" y="918504"/>
            <a:chExt cx="1152075" cy="796847"/>
          </a:xfrm>
        </p:grpSpPr>
        <p:sp>
          <p:nvSpPr>
            <p:cNvPr id="24" name="Google Shape;24;p2"/>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 name="Google Shape;28;p2"/>
          <p:cNvGrpSpPr/>
          <p:nvPr/>
        </p:nvGrpSpPr>
        <p:grpSpPr>
          <a:xfrm>
            <a:off x="-27200" y="6183535"/>
            <a:ext cx="12246400" cy="686699"/>
            <a:chOff x="-20400" y="4637651"/>
            <a:chExt cx="9184800" cy="515024"/>
          </a:xfrm>
        </p:grpSpPr>
        <p:sp>
          <p:nvSpPr>
            <p:cNvPr id="29" name="Google Shape;29;p2"/>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0" name="Google Shape;30;p2"/>
            <p:cNvGrpSpPr/>
            <p:nvPr/>
          </p:nvGrpSpPr>
          <p:grpSpPr>
            <a:xfrm>
              <a:off x="335951" y="4637651"/>
              <a:ext cx="8472099" cy="486325"/>
              <a:chOff x="432948" y="4542401"/>
              <a:chExt cx="8472099" cy="486325"/>
            </a:xfrm>
          </p:grpSpPr>
          <p:sp>
            <p:nvSpPr>
              <p:cNvPr id="31" name="Google Shape;31;p2"/>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2"/>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2"/>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2"/>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2"/>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2"/>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2"/>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2"/>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2"/>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2"/>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2"/>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2"/>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2"/>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2"/>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2"/>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2"/>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2"/>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2"/>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2"/>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2"/>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2"/>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2"/>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 name="Google Shape;61;p2"/>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2"/>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2"/>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2"/>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2"/>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2"/>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2"/>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8" name="Google Shape;68;p2"/>
          <p:cNvGrpSpPr/>
          <p:nvPr/>
        </p:nvGrpSpPr>
        <p:grpSpPr>
          <a:xfrm>
            <a:off x="111554" y="4600459"/>
            <a:ext cx="611511" cy="903343"/>
            <a:chOff x="-287452" y="1948281"/>
            <a:chExt cx="325850" cy="481355"/>
          </a:xfrm>
        </p:grpSpPr>
        <p:sp>
          <p:nvSpPr>
            <p:cNvPr id="69" name="Google Shape;69;p2"/>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70;p2"/>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2"/>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2"/>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 name="Google Shape;73;p2"/>
          <p:cNvGrpSpPr/>
          <p:nvPr/>
        </p:nvGrpSpPr>
        <p:grpSpPr>
          <a:xfrm>
            <a:off x="10646181" y="4263281"/>
            <a:ext cx="1088263" cy="1136063"/>
            <a:chOff x="7984635" y="3197460"/>
            <a:chExt cx="816197" cy="852047"/>
          </a:xfrm>
        </p:grpSpPr>
        <p:grpSp>
          <p:nvGrpSpPr>
            <p:cNvPr id="74" name="Google Shape;74;p2"/>
            <p:cNvGrpSpPr/>
            <p:nvPr/>
          </p:nvGrpSpPr>
          <p:grpSpPr>
            <a:xfrm>
              <a:off x="8430909" y="3197460"/>
              <a:ext cx="369923" cy="779647"/>
              <a:chOff x="659672" y="1912000"/>
              <a:chExt cx="262823" cy="553923"/>
            </a:xfrm>
          </p:grpSpPr>
          <p:sp>
            <p:nvSpPr>
              <p:cNvPr id="75" name="Google Shape;75;p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 name="Google Shape;77;p2"/>
            <p:cNvGrpSpPr/>
            <p:nvPr/>
          </p:nvGrpSpPr>
          <p:grpSpPr>
            <a:xfrm>
              <a:off x="7984635" y="3528693"/>
              <a:ext cx="321175" cy="520814"/>
              <a:chOff x="126609" y="2053364"/>
              <a:chExt cx="228188" cy="370028"/>
            </a:xfrm>
          </p:grpSpPr>
          <p:sp>
            <p:nvSpPr>
              <p:cNvPr id="78" name="Google Shape;78;p2"/>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2"/>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0" name="Google Shape;80;p2"/>
          <p:cNvSpPr txBox="1">
            <a:spLocks noGrp="1"/>
          </p:cNvSpPr>
          <p:nvPr>
            <p:ph type="ctrTitle"/>
          </p:nvPr>
        </p:nvSpPr>
        <p:spPr>
          <a:xfrm>
            <a:off x="1324933" y="1028067"/>
            <a:ext cx="5690400" cy="33008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8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81" name="Google Shape;81;p2"/>
          <p:cNvSpPr txBox="1">
            <a:spLocks noGrp="1"/>
          </p:cNvSpPr>
          <p:nvPr>
            <p:ph type="subTitle" idx="1"/>
          </p:nvPr>
        </p:nvSpPr>
        <p:spPr>
          <a:xfrm>
            <a:off x="1324933" y="4263267"/>
            <a:ext cx="5690400" cy="520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solidFill>
                  <a:schemeClr val="dk1"/>
                </a:solidFill>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95406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2"/>
        <p:cNvGrpSpPr/>
        <p:nvPr/>
      </p:nvGrpSpPr>
      <p:grpSpPr>
        <a:xfrm>
          <a:off x="0" y="0"/>
          <a:ext cx="0" cy="0"/>
          <a:chOff x="0" y="0"/>
          <a:chExt cx="0" cy="0"/>
        </a:xfrm>
      </p:grpSpPr>
      <p:sp>
        <p:nvSpPr>
          <p:cNvPr id="83" name="Google Shape;83;p3"/>
          <p:cNvSpPr txBox="1">
            <a:spLocks noGrp="1"/>
          </p:cNvSpPr>
          <p:nvPr>
            <p:ph type="title"/>
          </p:nvPr>
        </p:nvSpPr>
        <p:spPr>
          <a:xfrm>
            <a:off x="5636600" y="2509651"/>
            <a:ext cx="5604800" cy="2410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66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84" name="Google Shape;84;p3"/>
          <p:cNvSpPr txBox="1">
            <a:spLocks noGrp="1"/>
          </p:cNvSpPr>
          <p:nvPr>
            <p:ph type="title" idx="2" hasCustomPrompt="1"/>
          </p:nvPr>
        </p:nvSpPr>
        <p:spPr>
          <a:xfrm>
            <a:off x="7263367" y="1124617"/>
            <a:ext cx="2351200" cy="1229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6000"/>
              <a:buNone/>
              <a:defRPr sz="9600">
                <a:solidFill>
                  <a:schemeClr val="accent1"/>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5" name="Google Shape;85;p3"/>
          <p:cNvSpPr/>
          <p:nvPr/>
        </p:nvSpPr>
        <p:spPr>
          <a:xfrm>
            <a:off x="-1507706" y="4981873"/>
            <a:ext cx="14368500" cy="2404567"/>
          </a:xfrm>
          <a:custGeom>
            <a:avLst/>
            <a:gdLst/>
            <a:ahLst/>
            <a:cxnLst/>
            <a:rect l="l" t="t" r="r" b="b"/>
            <a:pathLst>
              <a:path w="431055" h="72137" extrusionOk="0">
                <a:moveTo>
                  <a:pt x="427014" y="44442"/>
                </a:moveTo>
                <a:cubicBezTo>
                  <a:pt x="420715" y="36307"/>
                  <a:pt x="415085" y="19295"/>
                  <a:pt x="387611" y="16760"/>
                </a:cubicBezTo>
                <a:cubicBezTo>
                  <a:pt x="360137" y="14225"/>
                  <a:pt x="311457" y="32015"/>
                  <a:pt x="262172" y="29230"/>
                </a:cubicBezTo>
                <a:cubicBezTo>
                  <a:pt x="212887" y="26445"/>
                  <a:pt x="133578" y="1299"/>
                  <a:pt x="91899" y="52"/>
                </a:cubicBezTo>
                <a:cubicBezTo>
                  <a:pt x="50220" y="-1195"/>
                  <a:pt x="25531" y="20460"/>
                  <a:pt x="12097" y="21748"/>
                </a:cubicBezTo>
                <a:cubicBezTo>
                  <a:pt x="-1337" y="23037"/>
                  <a:pt x="10751" y="9611"/>
                  <a:pt x="11294" y="7783"/>
                </a:cubicBezTo>
                <a:cubicBezTo>
                  <a:pt x="11837" y="5955"/>
                  <a:pt x="14677" y="859"/>
                  <a:pt x="15354" y="10782"/>
                </a:cubicBezTo>
                <a:cubicBezTo>
                  <a:pt x="16031" y="20706"/>
                  <a:pt x="12599" y="57555"/>
                  <a:pt x="15354" y="67324"/>
                </a:cubicBezTo>
                <a:cubicBezTo>
                  <a:pt x="18109" y="77094"/>
                  <a:pt x="-30284" y="68880"/>
                  <a:pt x="31885" y="69399"/>
                </a:cubicBezTo>
                <a:cubicBezTo>
                  <a:pt x="94054" y="69918"/>
                  <a:pt x="322783" y="71075"/>
                  <a:pt x="388369" y="70436"/>
                </a:cubicBezTo>
                <a:cubicBezTo>
                  <a:pt x="453955" y="69798"/>
                  <a:pt x="418962" y="69900"/>
                  <a:pt x="425403" y="65568"/>
                </a:cubicBezTo>
                <a:cubicBezTo>
                  <a:pt x="431844" y="61236"/>
                  <a:pt x="433313" y="52577"/>
                  <a:pt x="427014" y="44442"/>
                </a:cubicBezTo>
                <a:close/>
              </a:path>
            </a:pathLst>
          </a:custGeom>
          <a:solidFill>
            <a:srgbClr val="A9874B">
              <a:alpha val="33930"/>
            </a:srgbClr>
          </a:solidFill>
          <a:ln>
            <a:noFill/>
          </a:ln>
        </p:spPr>
      </p:sp>
      <p:sp>
        <p:nvSpPr>
          <p:cNvPr id="86" name="Google Shape;86;p3"/>
          <p:cNvSpPr/>
          <p:nvPr/>
        </p:nvSpPr>
        <p:spPr>
          <a:xfrm>
            <a:off x="-1620935" y="5215014"/>
            <a:ext cx="14980533" cy="2606833"/>
          </a:xfrm>
          <a:custGeom>
            <a:avLst/>
            <a:gdLst/>
            <a:ahLst/>
            <a:cxnLst/>
            <a:rect l="l" t="t" r="r" b="b"/>
            <a:pathLst>
              <a:path w="449416" h="78205" extrusionOk="0">
                <a:moveTo>
                  <a:pt x="25342" y="15794"/>
                </a:moveTo>
                <a:cubicBezTo>
                  <a:pt x="27266" y="3951"/>
                  <a:pt x="14660" y="-1344"/>
                  <a:pt x="36885" y="290"/>
                </a:cubicBezTo>
                <a:cubicBezTo>
                  <a:pt x="59110" y="1924"/>
                  <a:pt x="117710" y="22772"/>
                  <a:pt x="158692" y="25598"/>
                </a:cubicBezTo>
                <a:cubicBezTo>
                  <a:pt x="199674" y="28424"/>
                  <a:pt x="247211" y="17434"/>
                  <a:pt x="282776" y="17248"/>
                </a:cubicBezTo>
                <a:cubicBezTo>
                  <a:pt x="318341" y="17062"/>
                  <a:pt x="347643" y="25228"/>
                  <a:pt x="372082" y="24480"/>
                </a:cubicBezTo>
                <a:cubicBezTo>
                  <a:pt x="396521" y="23732"/>
                  <a:pt x="416532" y="8012"/>
                  <a:pt x="429412" y="12759"/>
                </a:cubicBezTo>
                <a:cubicBezTo>
                  <a:pt x="442292" y="17507"/>
                  <a:pt x="450158" y="42765"/>
                  <a:pt x="449361" y="52965"/>
                </a:cubicBezTo>
                <a:cubicBezTo>
                  <a:pt x="448564" y="63165"/>
                  <a:pt x="431673" y="70026"/>
                  <a:pt x="424630" y="73961"/>
                </a:cubicBezTo>
                <a:cubicBezTo>
                  <a:pt x="417587" y="77896"/>
                  <a:pt x="473017" y="75922"/>
                  <a:pt x="407104" y="76576"/>
                </a:cubicBezTo>
                <a:cubicBezTo>
                  <a:pt x="341191" y="77230"/>
                  <a:pt x="92779" y="78755"/>
                  <a:pt x="29152" y="77883"/>
                </a:cubicBezTo>
                <a:cubicBezTo>
                  <a:pt x="-34475" y="77012"/>
                  <a:pt x="25977" y="81695"/>
                  <a:pt x="25342" y="71347"/>
                </a:cubicBezTo>
                <a:cubicBezTo>
                  <a:pt x="24707" y="60999"/>
                  <a:pt x="23418" y="27637"/>
                  <a:pt x="25342" y="15794"/>
                </a:cubicBezTo>
                <a:close/>
              </a:path>
            </a:pathLst>
          </a:custGeom>
          <a:solidFill>
            <a:schemeClr val="dk2"/>
          </a:solidFill>
          <a:ln>
            <a:noFill/>
          </a:ln>
        </p:spPr>
      </p:sp>
      <p:grpSp>
        <p:nvGrpSpPr>
          <p:cNvPr id="87" name="Google Shape;87;p3"/>
          <p:cNvGrpSpPr/>
          <p:nvPr/>
        </p:nvGrpSpPr>
        <p:grpSpPr>
          <a:xfrm>
            <a:off x="-334718" y="51579"/>
            <a:ext cx="2951401" cy="1135736"/>
            <a:chOff x="3352611" y="546734"/>
            <a:chExt cx="2213551" cy="851802"/>
          </a:xfrm>
        </p:grpSpPr>
        <p:sp>
          <p:nvSpPr>
            <p:cNvPr id="88" name="Google Shape;88;p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9" name="Google Shape;89;p3"/>
            <p:cNvGrpSpPr/>
            <p:nvPr/>
          </p:nvGrpSpPr>
          <p:grpSpPr>
            <a:xfrm>
              <a:off x="3352611" y="546734"/>
              <a:ext cx="2077576" cy="851802"/>
              <a:chOff x="3352611" y="546734"/>
              <a:chExt cx="2077576" cy="851802"/>
            </a:xfrm>
          </p:grpSpPr>
          <p:sp>
            <p:nvSpPr>
              <p:cNvPr id="90" name="Google Shape;90;p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 name="Google Shape;91;p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 name="Google Shape;92;p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 name="Google Shape;93;p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 name="Google Shape;94;p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 name="Google Shape;95;p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9" name="Google Shape;99;p3"/>
          <p:cNvGrpSpPr/>
          <p:nvPr/>
        </p:nvGrpSpPr>
        <p:grpSpPr>
          <a:xfrm>
            <a:off x="11393042" y="4419971"/>
            <a:ext cx="1189765" cy="501384"/>
            <a:chOff x="605081" y="4084003"/>
            <a:chExt cx="892324" cy="376038"/>
          </a:xfrm>
        </p:grpSpPr>
        <p:sp>
          <p:nvSpPr>
            <p:cNvPr id="100" name="Google Shape;100;p3"/>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3"/>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3"/>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103;p3"/>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3"/>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 name="Google Shape;105;p3"/>
          <p:cNvGrpSpPr/>
          <p:nvPr/>
        </p:nvGrpSpPr>
        <p:grpSpPr>
          <a:xfrm flipH="1">
            <a:off x="10722507" y="322462"/>
            <a:ext cx="1536100" cy="1062463"/>
            <a:chOff x="605071" y="918504"/>
            <a:chExt cx="1152075" cy="796847"/>
          </a:xfrm>
        </p:grpSpPr>
        <p:sp>
          <p:nvSpPr>
            <p:cNvPr id="106" name="Google Shape;106;p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 name="Google Shape;108;p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 name="Google Shape;109;p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0" name="Google Shape;110;p3"/>
          <p:cNvGrpSpPr/>
          <p:nvPr/>
        </p:nvGrpSpPr>
        <p:grpSpPr>
          <a:xfrm>
            <a:off x="499013" y="4921381"/>
            <a:ext cx="493231" cy="1039529"/>
            <a:chOff x="659672" y="1912000"/>
            <a:chExt cx="262823" cy="553923"/>
          </a:xfrm>
        </p:grpSpPr>
        <p:sp>
          <p:nvSpPr>
            <p:cNvPr id="111" name="Google Shape;111;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3" name="Google Shape;113;p3"/>
          <p:cNvGrpSpPr/>
          <p:nvPr/>
        </p:nvGrpSpPr>
        <p:grpSpPr>
          <a:xfrm>
            <a:off x="2845814" y="5406191"/>
            <a:ext cx="428233" cy="694419"/>
            <a:chOff x="126609" y="2053364"/>
            <a:chExt cx="228188" cy="370028"/>
          </a:xfrm>
        </p:grpSpPr>
        <p:sp>
          <p:nvSpPr>
            <p:cNvPr id="114" name="Google Shape;114;p3"/>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 name="Google Shape;115;p3"/>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 name="Google Shape;116;p3"/>
          <p:cNvGrpSpPr/>
          <p:nvPr/>
        </p:nvGrpSpPr>
        <p:grpSpPr>
          <a:xfrm>
            <a:off x="-27200" y="6183535"/>
            <a:ext cx="12246400" cy="686699"/>
            <a:chOff x="-20400" y="4637651"/>
            <a:chExt cx="9184800" cy="515024"/>
          </a:xfrm>
        </p:grpSpPr>
        <p:sp>
          <p:nvSpPr>
            <p:cNvPr id="117" name="Google Shape;117;p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8" name="Google Shape;118;p3"/>
            <p:cNvGrpSpPr/>
            <p:nvPr/>
          </p:nvGrpSpPr>
          <p:grpSpPr>
            <a:xfrm>
              <a:off x="335951" y="4637651"/>
              <a:ext cx="8472099" cy="486325"/>
              <a:chOff x="432948" y="4542401"/>
              <a:chExt cx="8472099" cy="486325"/>
            </a:xfrm>
          </p:grpSpPr>
          <p:sp>
            <p:nvSpPr>
              <p:cNvPr id="119" name="Google Shape;119;p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 name="Google Shape;143;p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 name="Google Shape;144;p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56" name="Google Shape;156;p3"/>
          <p:cNvGrpSpPr/>
          <p:nvPr/>
        </p:nvGrpSpPr>
        <p:grpSpPr>
          <a:xfrm>
            <a:off x="10908708" y="5268868"/>
            <a:ext cx="664971" cy="779185"/>
            <a:chOff x="8273443" y="3911300"/>
            <a:chExt cx="498728" cy="584389"/>
          </a:xfrm>
        </p:grpSpPr>
        <p:grpSp>
          <p:nvGrpSpPr>
            <p:cNvPr id="157" name="Google Shape;157;p3"/>
            <p:cNvGrpSpPr/>
            <p:nvPr/>
          </p:nvGrpSpPr>
          <p:grpSpPr>
            <a:xfrm>
              <a:off x="8273443" y="3911300"/>
              <a:ext cx="277278" cy="584389"/>
              <a:chOff x="659672" y="1912000"/>
              <a:chExt cx="262823" cy="553923"/>
            </a:xfrm>
          </p:grpSpPr>
          <p:sp>
            <p:nvSpPr>
              <p:cNvPr id="158" name="Google Shape;158;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 name="Google Shape;160;p3"/>
            <p:cNvGrpSpPr/>
            <p:nvPr/>
          </p:nvGrpSpPr>
          <p:grpSpPr>
            <a:xfrm>
              <a:off x="8494893" y="3911300"/>
              <a:ext cx="277278" cy="584389"/>
              <a:chOff x="659672" y="1912000"/>
              <a:chExt cx="262823" cy="553923"/>
            </a:xfrm>
          </p:grpSpPr>
          <p:sp>
            <p:nvSpPr>
              <p:cNvPr id="161" name="Google Shape;161;p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3" name="Google Shape;163;p3"/>
          <p:cNvGrpSpPr/>
          <p:nvPr/>
        </p:nvGrpSpPr>
        <p:grpSpPr>
          <a:xfrm>
            <a:off x="3523435" y="4617170"/>
            <a:ext cx="2311672" cy="597828"/>
            <a:chOff x="279488" y="3058414"/>
            <a:chExt cx="1733754" cy="448371"/>
          </a:xfrm>
        </p:grpSpPr>
        <p:sp>
          <p:nvSpPr>
            <p:cNvPr id="164" name="Google Shape;164;p3"/>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3"/>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3"/>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 name="Google Shape;167;p3"/>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 name="Google Shape;168;p3"/>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 name="Google Shape;169;p3"/>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 name="Google Shape;170;p3"/>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 name="Google Shape;171;p3"/>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774914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72"/>
        <p:cNvGrpSpPr/>
        <p:nvPr/>
      </p:nvGrpSpPr>
      <p:grpSpPr>
        <a:xfrm>
          <a:off x="0" y="0"/>
          <a:ext cx="0" cy="0"/>
          <a:chOff x="0" y="0"/>
          <a:chExt cx="0" cy="0"/>
        </a:xfrm>
      </p:grpSpPr>
      <p:grpSp>
        <p:nvGrpSpPr>
          <p:cNvPr id="173" name="Google Shape;173;p4"/>
          <p:cNvGrpSpPr/>
          <p:nvPr/>
        </p:nvGrpSpPr>
        <p:grpSpPr>
          <a:xfrm>
            <a:off x="9912366" y="-451455"/>
            <a:ext cx="2951401" cy="1135736"/>
            <a:chOff x="3352611" y="546734"/>
            <a:chExt cx="2213551" cy="851802"/>
          </a:xfrm>
        </p:grpSpPr>
        <p:sp>
          <p:nvSpPr>
            <p:cNvPr id="174" name="Google Shape;174;p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5" name="Google Shape;175;p4"/>
            <p:cNvGrpSpPr/>
            <p:nvPr/>
          </p:nvGrpSpPr>
          <p:grpSpPr>
            <a:xfrm>
              <a:off x="3352611" y="546734"/>
              <a:ext cx="2077576" cy="851802"/>
              <a:chOff x="3352611" y="546734"/>
              <a:chExt cx="2077576" cy="851802"/>
            </a:xfrm>
          </p:grpSpPr>
          <p:sp>
            <p:nvSpPr>
              <p:cNvPr id="176" name="Google Shape;176;p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 name="Google Shape;177;p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 name="Google Shape;178;p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 name="Google Shape;179;p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 name="Google Shape;180;p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 name="Google Shape;181;p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85" name="Google Shape;185;p4"/>
          <p:cNvGrpSpPr/>
          <p:nvPr/>
        </p:nvGrpSpPr>
        <p:grpSpPr>
          <a:xfrm flipH="1">
            <a:off x="11241201" y="2718039"/>
            <a:ext cx="2311672" cy="597828"/>
            <a:chOff x="279488" y="3058414"/>
            <a:chExt cx="1733754" cy="448371"/>
          </a:xfrm>
        </p:grpSpPr>
        <p:sp>
          <p:nvSpPr>
            <p:cNvPr id="186" name="Google Shape;186;p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 name="Google Shape;189;p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 name="Google Shape;190;p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 name="Google Shape;191;p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 name="Google Shape;192;p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 name="Google Shape;193;p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4" name="Google Shape;194;p4"/>
          <p:cNvGrpSpPr/>
          <p:nvPr/>
        </p:nvGrpSpPr>
        <p:grpSpPr>
          <a:xfrm flipH="1">
            <a:off x="-953810" y="4091529"/>
            <a:ext cx="2012311" cy="520409"/>
            <a:chOff x="279488" y="3058414"/>
            <a:chExt cx="1733754" cy="448371"/>
          </a:xfrm>
        </p:grpSpPr>
        <p:sp>
          <p:nvSpPr>
            <p:cNvPr id="195" name="Google Shape;195;p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 name="Google Shape;196;p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 name="Google Shape;197;p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 name="Google Shape;198;p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 name="Google Shape;199;p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 name="Google Shape;200;p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3" name="Google Shape;203;p4"/>
          <p:cNvGrpSpPr/>
          <p:nvPr/>
        </p:nvGrpSpPr>
        <p:grpSpPr>
          <a:xfrm>
            <a:off x="5313642" y="66471"/>
            <a:ext cx="1189765" cy="501384"/>
            <a:chOff x="605081" y="4084003"/>
            <a:chExt cx="892324" cy="376038"/>
          </a:xfrm>
        </p:grpSpPr>
        <p:sp>
          <p:nvSpPr>
            <p:cNvPr id="204" name="Google Shape;204;p4"/>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 name="Google Shape;205;p4"/>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4"/>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4"/>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4"/>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9" name="Google Shape;209;p4"/>
          <p:cNvSpPr/>
          <p:nvPr/>
        </p:nvSpPr>
        <p:spPr>
          <a:xfrm>
            <a:off x="-3023129" y="5418218"/>
            <a:ext cx="17991500" cy="2670967"/>
          </a:xfrm>
          <a:custGeom>
            <a:avLst/>
            <a:gdLst/>
            <a:ahLst/>
            <a:cxnLst/>
            <a:rect l="l" t="t" r="r" b="b"/>
            <a:pathLst>
              <a:path w="539745" h="80129" extrusionOk="0">
                <a:moveTo>
                  <a:pt x="31023" y="15896"/>
                </a:moveTo>
                <a:cubicBezTo>
                  <a:pt x="36328" y="7601"/>
                  <a:pt x="40198" y="20573"/>
                  <a:pt x="62850" y="21680"/>
                </a:cubicBezTo>
                <a:cubicBezTo>
                  <a:pt x="85502" y="22787"/>
                  <a:pt x="125528" y="22063"/>
                  <a:pt x="166936" y="22539"/>
                </a:cubicBezTo>
                <a:cubicBezTo>
                  <a:pt x="208344" y="23015"/>
                  <a:pt x="275178" y="24137"/>
                  <a:pt x="311297" y="24534"/>
                </a:cubicBezTo>
                <a:cubicBezTo>
                  <a:pt x="347416" y="24931"/>
                  <a:pt x="352250" y="26468"/>
                  <a:pt x="383652" y="24922"/>
                </a:cubicBezTo>
                <a:cubicBezTo>
                  <a:pt x="415054" y="23376"/>
                  <a:pt x="477014" y="18941"/>
                  <a:pt x="499708" y="15258"/>
                </a:cubicBezTo>
                <a:cubicBezTo>
                  <a:pt x="522402" y="11575"/>
                  <a:pt x="516466" y="-6976"/>
                  <a:pt x="519817" y="2825"/>
                </a:cubicBezTo>
                <a:cubicBezTo>
                  <a:pt x="523169" y="12626"/>
                  <a:pt x="523393" y="61755"/>
                  <a:pt x="519817" y="74064"/>
                </a:cubicBezTo>
                <a:cubicBezTo>
                  <a:pt x="516241" y="86373"/>
                  <a:pt x="579050" y="76025"/>
                  <a:pt x="498362" y="76678"/>
                </a:cubicBezTo>
                <a:cubicBezTo>
                  <a:pt x="417674" y="77332"/>
                  <a:pt x="113577" y="78857"/>
                  <a:pt x="35687" y="77985"/>
                </a:cubicBezTo>
                <a:cubicBezTo>
                  <a:pt x="-42203" y="77114"/>
                  <a:pt x="31800" y="81797"/>
                  <a:pt x="31023" y="71449"/>
                </a:cubicBezTo>
                <a:cubicBezTo>
                  <a:pt x="30246" y="61101"/>
                  <a:pt x="25719" y="24191"/>
                  <a:pt x="31023" y="15896"/>
                </a:cubicBezTo>
                <a:close/>
              </a:path>
            </a:pathLst>
          </a:custGeom>
          <a:solidFill>
            <a:srgbClr val="A9874B">
              <a:alpha val="33930"/>
            </a:srgbClr>
          </a:solidFill>
          <a:ln>
            <a:noFill/>
          </a:ln>
        </p:spPr>
      </p:sp>
      <p:sp>
        <p:nvSpPr>
          <p:cNvPr id="210" name="Google Shape;210;p4"/>
          <p:cNvSpPr/>
          <p:nvPr/>
        </p:nvSpPr>
        <p:spPr>
          <a:xfrm>
            <a:off x="-2258448" y="5653073"/>
            <a:ext cx="16809933" cy="2534300"/>
          </a:xfrm>
          <a:custGeom>
            <a:avLst/>
            <a:gdLst/>
            <a:ahLst/>
            <a:cxnLst/>
            <a:rect l="l" t="t" r="r" b="b"/>
            <a:pathLst>
              <a:path w="504298" h="76029" extrusionOk="0">
                <a:moveTo>
                  <a:pt x="475312" y="15047"/>
                </a:moveTo>
                <a:cubicBezTo>
                  <a:pt x="469420" y="6662"/>
                  <a:pt x="465271" y="17234"/>
                  <a:pt x="439958" y="17476"/>
                </a:cubicBezTo>
                <a:cubicBezTo>
                  <a:pt x="414646" y="17718"/>
                  <a:pt x="357636" y="17009"/>
                  <a:pt x="323437" y="16501"/>
                </a:cubicBezTo>
                <a:cubicBezTo>
                  <a:pt x="289238" y="15993"/>
                  <a:pt x="263197" y="14048"/>
                  <a:pt x="234764" y="14426"/>
                </a:cubicBezTo>
                <a:cubicBezTo>
                  <a:pt x="206331" y="14804"/>
                  <a:pt x="185499" y="18800"/>
                  <a:pt x="152838" y="18770"/>
                </a:cubicBezTo>
                <a:cubicBezTo>
                  <a:pt x="120177" y="18740"/>
                  <a:pt x="61170" y="16933"/>
                  <a:pt x="38800" y="14244"/>
                </a:cubicBezTo>
                <a:cubicBezTo>
                  <a:pt x="16430" y="11555"/>
                  <a:pt x="21983" y="-6701"/>
                  <a:pt x="18619" y="2637"/>
                </a:cubicBezTo>
                <a:cubicBezTo>
                  <a:pt x="15256" y="11975"/>
                  <a:pt x="15278" y="58586"/>
                  <a:pt x="18619" y="70272"/>
                </a:cubicBezTo>
                <a:cubicBezTo>
                  <a:pt x="21960" y="81958"/>
                  <a:pt x="-36724" y="72134"/>
                  <a:pt x="38665" y="72754"/>
                </a:cubicBezTo>
                <a:cubicBezTo>
                  <a:pt x="114054" y="73374"/>
                  <a:pt x="398181" y="74822"/>
                  <a:pt x="470955" y="73994"/>
                </a:cubicBezTo>
                <a:cubicBezTo>
                  <a:pt x="543730" y="73167"/>
                  <a:pt x="474586" y="77614"/>
                  <a:pt x="475312" y="67789"/>
                </a:cubicBezTo>
                <a:cubicBezTo>
                  <a:pt x="476038" y="57965"/>
                  <a:pt x="481204" y="23433"/>
                  <a:pt x="475312" y="15047"/>
                </a:cubicBezTo>
                <a:close/>
              </a:path>
            </a:pathLst>
          </a:custGeom>
          <a:solidFill>
            <a:schemeClr val="dk2"/>
          </a:solidFill>
          <a:ln>
            <a:noFill/>
          </a:ln>
        </p:spPr>
      </p:sp>
      <p:grpSp>
        <p:nvGrpSpPr>
          <p:cNvPr id="211" name="Google Shape;211;p4"/>
          <p:cNvGrpSpPr/>
          <p:nvPr/>
        </p:nvGrpSpPr>
        <p:grpSpPr>
          <a:xfrm>
            <a:off x="-11" y="5518015"/>
            <a:ext cx="493249" cy="728643"/>
            <a:chOff x="-287452" y="1948281"/>
            <a:chExt cx="325850" cy="481355"/>
          </a:xfrm>
        </p:grpSpPr>
        <p:sp>
          <p:nvSpPr>
            <p:cNvPr id="212" name="Google Shape;212;p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 name="Google Shape;213;p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6" name="Google Shape;216;p4"/>
          <p:cNvGrpSpPr/>
          <p:nvPr/>
        </p:nvGrpSpPr>
        <p:grpSpPr>
          <a:xfrm>
            <a:off x="-27200" y="6183535"/>
            <a:ext cx="12246400" cy="686699"/>
            <a:chOff x="-20400" y="4637651"/>
            <a:chExt cx="9184800" cy="515024"/>
          </a:xfrm>
        </p:grpSpPr>
        <p:sp>
          <p:nvSpPr>
            <p:cNvPr id="217" name="Google Shape;217;p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18" name="Google Shape;218;p4"/>
            <p:cNvGrpSpPr/>
            <p:nvPr/>
          </p:nvGrpSpPr>
          <p:grpSpPr>
            <a:xfrm>
              <a:off x="335951" y="4637651"/>
              <a:ext cx="8472099" cy="486325"/>
              <a:chOff x="432948" y="4542401"/>
              <a:chExt cx="8472099" cy="486325"/>
            </a:xfrm>
          </p:grpSpPr>
          <p:sp>
            <p:nvSpPr>
              <p:cNvPr id="219" name="Google Shape;219;p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 name="Google Shape;221;p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 name="Google Shape;222;p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 name="Google Shape;223;p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 name="Google Shape;224;p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 name="Google Shape;225;p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 name="Google Shape;226;p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 name="Google Shape;227;p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 name="Google Shape;228;p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 name="Google Shape;229;p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 name="Google Shape;230;p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 name="Google Shape;231;p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 name="Google Shape;232;p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 name="Google Shape;233;p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 name="Google Shape;234;p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 name="Google Shape;235;p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6" name="Google Shape;236;p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 name="Google Shape;237;p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 name="Google Shape;238;p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56" name="Google Shape;256;p4"/>
          <p:cNvGrpSpPr/>
          <p:nvPr/>
        </p:nvGrpSpPr>
        <p:grpSpPr>
          <a:xfrm>
            <a:off x="11996233" y="5574703"/>
            <a:ext cx="391536" cy="615240"/>
            <a:chOff x="659677" y="2052937"/>
            <a:chExt cx="262823" cy="412986"/>
          </a:xfrm>
        </p:grpSpPr>
        <p:sp>
          <p:nvSpPr>
            <p:cNvPr id="257" name="Google Shape;257;p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8" name="Google Shape;258;p4"/>
            <p:cNvSpPr/>
            <p:nvPr/>
          </p:nvSpPr>
          <p:spPr>
            <a:xfrm>
              <a:off x="659677" y="2052937"/>
              <a:ext cx="262823" cy="317438"/>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59" name="Google Shape;259;p4"/>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0" name="Google Shape;260;p4"/>
          <p:cNvSpPr txBox="1">
            <a:spLocks noGrp="1"/>
          </p:cNvSpPr>
          <p:nvPr>
            <p:ph type="body" idx="1"/>
          </p:nvPr>
        </p:nvSpPr>
        <p:spPr>
          <a:xfrm>
            <a:off x="960000" y="1482800"/>
            <a:ext cx="10272000" cy="4656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Char char="●"/>
              <a:defRPr sz="1600">
                <a:solidFill>
                  <a:srgbClr val="434343"/>
                </a:solidFill>
              </a:defRPr>
            </a:lvl1pPr>
            <a:lvl2pPr marL="1219170" lvl="1"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2pPr>
            <a:lvl3pPr marL="1828754" lvl="2"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3pPr>
            <a:lvl4pPr marL="2438339" lvl="3"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4pPr>
            <a:lvl5pPr marL="3047924" lvl="4"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5pPr>
            <a:lvl6pPr marL="3657509" lvl="5"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6pPr>
            <a:lvl7pPr marL="4267093" lvl="6"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7pPr>
            <a:lvl8pPr marL="4876678" lvl="7" indent="-406390" rtl="0">
              <a:lnSpc>
                <a:spcPct val="115000"/>
              </a:lnSpc>
              <a:spcBef>
                <a:spcPts val="2133"/>
              </a:spcBef>
              <a:spcAft>
                <a:spcPts val="0"/>
              </a:spcAft>
              <a:buClr>
                <a:schemeClr val="dk1"/>
              </a:buClr>
              <a:buSzPts val="1200"/>
              <a:buFont typeface="Roboto Condensed Light"/>
              <a:buChar char="○"/>
              <a:defRPr sz="1600">
                <a:solidFill>
                  <a:srgbClr val="434343"/>
                </a:solidFill>
              </a:defRPr>
            </a:lvl8pPr>
            <a:lvl9pPr marL="5486263" lvl="8" indent="-406390" rtl="0">
              <a:lnSpc>
                <a:spcPct val="115000"/>
              </a:lnSpc>
              <a:spcBef>
                <a:spcPts val="2133"/>
              </a:spcBef>
              <a:spcAft>
                <a:spcPts val="2133"/>
              </a:spcAft>
              <a:buClr>
                <a:schemeClr val="dk1"/>
              </a:buClr>
              <a:buSzPts val="1200"/>
              <a:buFont typeface="Roboto Condensed Light"/>
              <a:buChar char="■"/>
              <a:defRPr sz="1600">
                <a:solidFill>
                  <a:srgbClr val="434343"/>
                </a:solidFill>
              </a:defRPr>
            </a:lvl9pPr>
          </a:lstStyle>
          <a:p>
            <a:pPr lvl="0"/>
            <a:r>
              <a:rPr lang="en-US"/>
              <a:t>Click to edit Master text styles</a:t>
            </a:r>
          </a:p>
        </p:txBody>
      </p:sp>
      <p:grpSp>
        <p:nvGrpSpPr>
          <p:cNvPr id="261" name="Google Shape;261;p4"/>
          <p:cNvGrpSpPr/>
          <p:nvPr/>
        </p:nvGrpSpPr>
        <p:grpSpPr>
          <a:xfrm>
            <a:off x="11337360" y="5421478"/>
            <a:ext cx="391536" cy="825199"/>
            <a:chOff x="659672" y="1912000"/>
            <a:chExt cx="262823" cy="553923"/>
          </a:xfrm>
        </p:grpSpPr>
        <p:sp>
          <p:nvSpPr>
            <p:cNvPr id="262" name="Google Shape;262;p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44246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64"/>
        <p:cNvGrpSpPr/>
        <p:nvPr/>
      </p:nvGrpSpPr>
      <p:grpSpPr>
        <a:xfrm>
          <a:off x="0" y="0"/>
          <a:ext cx="0" cy="0"/>
          <a:chOff x="0" y="0"/>
          <a:chExt cx="0" cy="0"/>
        </a:xfrm>
      </p:grpSpPr>
      <p:sp>
        <p:nvSpPr>
          <p:cNvPr id="265" name="Google Shape;265;p5"/>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266" name="Google Shape;266;p5"/>
          <p:cNvSpPr txBox="1">
            <a:spLocks noGrp="1"/>
          </p:cNvSpPr>
          <p:nvPr>
            <p:ph type="subTitle" idx="1"/>
          </p:nvPr>
        </p:nvSpPr>
        <p:spPr>
          <a:xfrm>
            <a:off x="1163267" y="2977956"/>
            <a:ext cx="4616000" cy="141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800"/>
              <a:buNone/>
              <a:defRPr sz="1600" b="0">
                <a:solidFill>
                  <a:schemeClr val="dk1"/>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67" name="Google Shape;267;p5"/>
          <p:cNvSpPr txBox="1">
            <a:spLocks noGrp="1"/>
          </p:cNvSpPr>
          <p:nvPr>
            <p:ph type="subTitle" idx="2"/>
          </p:nvPr>
        </p:nvSpPr>
        <p:spPr>
          <a:xfrm>
            <a:off x="6412733" y="2977833"/>
            <a:ext cx="4616000" cy="1410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800"/>
              <a:buNone/>
              <a:defRPr sz="1600" b="0">
                <a:solidFill>
                  <a:schemeClr val="dk1"/>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268" name="Google Shape;268;p5"/>
          <p:cNvSpPr txBox="1">
            <a:spLocks noGrp="1"/>
          </p:cNvSpPr>
          <p:nvPr>
            <p:ph type="subTitle" idx="3"/>
          </p:nvPr>
        </p:nvSpPr>
        <p:spPr>
          <a:xfrm>
            <a:off x="1163267" y="2553033"/>
            <a:ext cx="46160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269" name="Google Shape;269;p5"/>
          <p:cNvSpPr txBox="1">
            <a:spLocks noGrp="1"/>
          </p:cNvSpPr>
          <p:nvPr>
            <p:ph type="subTitle" idx="4"/>
          </p:nvPr>
        </p:nvSpPr>
        <p:spPr>
          <a:xfrm>
            <a:off x="6412733" y="2553033"/>
            <a:ext cx="46160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270" name="Google Shape;270;p5"/>
          <p:cNvSpPr/>
          <p:nvPr/>
        </p:nvSpPr>
        <p:spPr>
          <a:xfrm>
            <a:off x="-1546955" y="4719389"/>
            <a:ext cx="15064133" cy="3170000"/>
          </a:xfrm>
          <a:custGeom>
            <a:avLst/>
            <a:gdLst/>
            <a:ahLst/>
            <a:cxnLst/>
            <a:rect l="l" t="t" r="r" b="b"/>
            <a:pathLst>
              <a:path w="451924" h="95100" extrusionOk="0">
                <a:moveTo>
                  <a:pt x="1" y="46662"/>
                </a:moveTo>
                <a:cubicBezTo>
                  <a:pt x="163" y="32315"/>
                  <a:pt x="15795" y="3460"/>
                  <a:pt x="37408" y="250"/>
                </a:cubicBezTo>
                <a:cubicBezTo>
                  <a:pt x="59021" y="-2960"/>
                  <a:pt x="96802" y="25728"/>
                  <a:pt x="129679" y="27404"/>
                </a:cubicBezTo>
                <a:cubicBezTo>
                  <a:pt x="162556" y="29080"/>
                  <a:pt x="203219" y="11584"/>
                  <a:pt x="234669" y="10308"/>
                </a:cubicBezTo>
                <a:cubicBezTo>
                  <a:pt x="266119" y="9032"/>
                  <a:pt x="287204" y="20247"/>
                  <a:pt x="318377" y="19748"/>
                </a:cubicBezTo>
                <a:cubicBezTo>
                  <a:pt x="349550" y="19249"/>
                  <a:pt x="401865" y="1287"/>
                  <a:pt x="421705" y="7315"/>
                </a:cubicBezTo>
                <a:cubicBezTo>
                  <a:pt x="441545" y="13343"/>
                  <a:pt x="435079" y="42186"/>
                  <a:pt x="437416" y="55917"/>
                </a:cubicBezTo>
                <a:cubicBezTo>
                  <a:pt x="439753" y="69649"/>
                  <a:pt x="438928" y="83511"/>
                  <a:pt x="435725" y="89704"/>
                </a:cubicBezTo>
                <a:cubicBezTo>
                  <a:pt x="432522" y="95897"/>
                  <a:pt x="484112" y="92233"/>
                  <a:pt x="418199" y="93076"/>
                </a:cubicBezTo>
                <a:cubicBezTo>
                  <a:pt x="352286" y="93919"/>
                  <a:pt x="103874" y="95885"/>
                  <a:pt x="40247" y="94761"/>
                </a:cubicBezTo>
                <a:cubicBezTo>
                  <a:pt x="-23380" y="93637"/>
                  <a:pt x="43145" y="94350"/>
                  <a:pt x="36437" y="86333"/>
                </a:cubicBezTo>
                <a:cubicBezTo>
                  <a:pt x="29729" y="78317"/>
                  <a:pt x="-161" y="61009"/>
                  <a:pt x="1" y="46662"/>
                </a:cubicBezTo>
                <a:close/>
              </a:path>
            </a:pathLst>
          </a:custGeom>
          <a:solidFill>
            <a:srgbClr val="A9874B">
              <a:alpha val="33930"/>
            </a:srgbClr>
          </a:solidFill>
          <a:ln>
            <a:noFill/>
          </a:ln>
        </p:spPr>
      </p:sp>
      <p:sp>
        <p:nvSpPr>
          <p:cNvPr id="271" name="Google Shape;271;p5"/>
          <p:cNvSpPr/>
          <p:nvPr/>
        </p:nvSpPr>
        <p:spPr>
          <a:xfrm>
            <a:off x="-1627967" y="5212631"/>
            <a:ext cx="14701867" cy="2241952"/>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272" name="Google Shape;272;p5"/>
          <p:cNvGrpSpPr/>
          <p:nvPr/>
        </p:nvGrpSpPr>
        <p:grpSpPr>
          <a:xfrm>
            <a:off x="-563473" y="1403537"/>
            <a:ext cx="1374029" cy="597828"/>
            <a:chOff x="1688595" y="4276214"/>
            <a:chExt cx="1030522" cy="448371"/>
          </a:xfrm>
        </p:grpSpPr>
        <p:sp>
          <p:nvSpPr>
            <p:cNvPr id="273" name="Google Shape;273;p5"/>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5"/>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5"/>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5"/>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77" name="Google Shape;277;p5"/>
          <p:cNvGrpSpPr/>
          <p:nvPr/>
        </p:nvGrpSpPr>
        <p:grpSpPr>
          <a:xfrm>
            <a:off x="10809695" y="817615"/>
            <a:ext cx="2131459" cy="1005080"/>
            <a:chOff x="6734221" y="539399"/>
            <a:chExt cx="1598594" cy="753810"/>
          </a:xfrm>
        </p:grpSpPr>
        <p:sp>
          <p:nvSpPr>
            <p:cNvPr id="278" name="Google Shape;278;p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87" name="Google Shape;287;p5"/>
          <p:cNvGrpSpPr/>
          <p:nvPr/>
        </p:nvGrpSpPr>
        <p:grpSpPr>
          <a:xfrm>
            <a:off x="3027395" y="-529052"/>
            <a:ext cx="2131459" cy="1005080"/>
            <a:chOff x="6734221" y="539399"/>
            <a:chExt cx="1598594" cy="753810"/>
          </a:xfrm>
        </p:grpSpPr>
        <p:sp>
          <p:nvSpPr>
            <p:cNvPr id="288" name="Google Shape;288;p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97" name="Google Shape;297;p5"/>
          <p:cNvGrpSpPr/>
          <p:nvPr/>
        </p:nvGrpSpPr>
        <p:grpSpPr>
          <a:xfrm>
            <a:off x="-27200" y="6183535"/>
            <a:ext cx="12246400" cy="686699"/>
            <a:chOff x="-20400" y="4637651"/>
            <a:chExt cx="9184800" cy="515024"/>
          </a:xfrm>
        </p:grpSpPr>
        <p:sp>
          <p:nvSpPr>
            <p:cNvPr id="298" name="Google Shape;298;p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99" name="Google Shape;299;p5"/>
            <p:cNvGrpSpPr/>
            <p:nvPr/>
          </p:nvGrpSpPr>
          <p:grpSpPr>
            <a:xfrm>
              <a:off x="335951" y="4637651"/>
              <a:ext cx="8472099" cy="486325"/>
              <a:chOff x="432948" y="4542401"/>
              <a:chExt cx="8472099" cy="486325"/>
            </a:xfrm>
          </p:grpSpPr>
          <p:sp>
            <p:nvSpPr>
              <p:cNvPr id="300" name="Google Shape;300;p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1" name="Google Shape;301;p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2" name="Google Shape;302;p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3" name="Google Shape;303;p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4" name="Google Shape;304;p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5" name="Google Shape;305;p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8" name="Google Shape;308;p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9" name="Google Shape;309;p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2" name="Google Shape;312;p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3" name="Google Shape;313;p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4" name="Google Shape;314;p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5" name="Google Shape;315;p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6" name="Google Shape;316;p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9" name="Google Shape;319;p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0" name="Google Shape;320;p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3" name="Google Shape;323;p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4" name="Google Shape;324;p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5" name="Google Shape;325;p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6" name="Google Shape;326;p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7" name="Google Shape;327;p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8" name="Google Shape;328;p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9" name="Google Shape;329;p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0" name="Google Shape;330;p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337" name="Google Shape;337;p5"/>
          <p:cNvGrpSpPr/>
          <p:nvPr/>
        </p:nvGrpSpPr>
        <p:grpSpPr>
          <a:xfrm>
            <a:off x="6096013" y="4579148"/>
            <a:ext cx="493231" cy="1039529"/>
            <a:chOff x="659672" y="1912000"/>
            <a:chExt cx="262823" cy="553923"/>
          </a:xfrm>
        </p:grpSpPr>
        <p:sp>
          <p:nvSpPr>
            <p:cNvPr id="338" name="Google Shape;338;p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0" name="Google Shape;340;p5"/>
          <p:cNvGrpSpPr/>
          <p:nvPr/>
        </p:nvGrpSpPr>
        <p:grpSpPr>
          <a:xfrm>
            <a:off x="10662781" y="4924257"/>
            <a:ext cx="428233" cy="694419"/>
            <a:chOff x="126609" y="2053364"/>
            <a:chExt cx="228188" cy="370028"/>
          </a:xfrm>
        </p:grpSpPr>
        <p:sp>
          <p:nvSpPr>
            <p:cNvPr id="341" name="Google Shape;341;p5"/>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5"/>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43" name="Google Shape;343;p5"/>
          <p:cNvGrpSpPr/>
          <p:nvPr/>
        </p:nvGrpSpPr>
        <p:grpSpPr>
          <a:xfrm>
            <a:off x="296814" y="5212624"/>
            <a:ext cx="428233" cy="694419"/>
            <a:chOff x="126609" y="2053364"/>
            <a:chExt cx="228188" cy="370028"/>
          </a:xfrm>
        </p:grpSpPr>
        <p:sp>
          <p:nvSpPr>
            <p:cNvPr id="344" name="Google Shape;344;p5"/>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5"/>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943828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46"/>
        <p:cNvGrpSpPr/>
        <p:nvPr/>
      </p:nvGrpSpPr>
      <p:grpSpPr>
        <a:xfrm>
          <a:off x="0" y="0"/>
          <a:ext cx="0" cy="0"/>
          <a:chOff x="0" y="0"/>
          <a:chExt cx="0" cy="0"/>
        </a:xfrm>
      </p:grpSpPr>
      <p:sp>
        <p:nvSpPr>
          <p:cNvPr id="347" name="Google Shape;347;p6"/>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348" name="Google Shape;348;p6"/>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349" name="Google Shape;349;p6"/>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350" name="Google Shape;350;p6"/>
          <p:cNvGrpSpPr/>
          <p:nvPr/>
        </p:nvGrpSpPr>
        <p:grpSpPr>
          <a:xfrm>
            <a:off x="10836894" y="3"/>
            <a:ext cx="1374029" cy="597828"/>
            <a:chOff x="1688595" y="4276214"/>
            <a:chExt cx="1030522" cy="448371"/>
          </a:xfrm>
        </p:grpSpPr>
        <p:sp>
          <p:nvSpPr>
            <p:cNvPr id="351" name="Google Shape;351;p6"/>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6"/>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6"/>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6"/>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5" name="Google Shape;355;p6"/>
          <p:cNvGrpSpPr/>
          <p:nvPr/>
        </p:nvGrpSpPr>
        <p:grpSpPr>
          <a:xfrm>
            <a:off x="-1030938" y="2681748"/>
            <a:ext cx="1799924" cy="1005080"/>
            <a:chOff x="6982871" y="539399"/>
            <a:chExt cx="1349943" cy="753810"/>
          </a:xfrm>
        </p:grpSpPr>
        <p:sp>
          <p:nvSpPr>
            <p:cNvPr id="356" name="Google Shape;356;p6"/>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6"/>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6"/>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6"/>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6"/>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6"/>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2" name="Google Shape;362;p6"/>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3" name="Google Shape;363;p6"/>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4" name="Google Shape;364;p6"/>
          <p:cNvGrpSpPr/>
          <p:nvPr/>
        </p:nvGrpSpPr>
        <p:grpSpPr>
          <a:xfrm flipH="1">
            <a:off x="11456974" y="4101096"/>
            <a:ext cx="2012311" cy="520409"/>
            <a:chOff x="279488" y="3058414"/>
            <a:chExt cx="1733754" cy="448371"/>
          </a:xfrm>
        </p:grpSpPr>
        <p:sp>
          <p:nvSpPr>
            <p:cNvPr id="365" name="Google Shape;365;p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3" name="Google Shape;373;p6"/>
          <p:cNvGrpSpPr/>
          <p:nvPr/>
        </p:nvGrpSpPr>
        <p:grpSpPr>
          <a:xfrm>
            <a:off x="3046189" y="-641766"/>
            <a:ext cx="2774945" cy="1308615"/>
            <a:chOff x="6734221" y="539399"/>
            <a:chExt cx="1598594" cy="753810"/>
          </a:xfrm>
        </p:grpSpPr>
        <p:sp>
          <p:nvSpPr>
            <p:cNvPr id="374" name="Google Shape;374;p6"/>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6"/>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6"/>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6"/>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6"/>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6"/>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6"/>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6"/>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6"/>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3" name="Google Shape;383;p6"/>
          <p:cNvGrpSpPr/>
          <p:nvPr/>
        </p:nvGrpSpPr>
        <p:grpSpPr>
          <a:xfrm>
            <a:off x="164551" y="5440095"/>
            <a:ext cx="339844" cy="720235"/>
            <a:chOff x="393673" y="1948281"/>
            <a:chExt cx="227128" cy="481355"/>
          </a:xfrm>
        </p:grpSpPr>
        <p:sp>
          <p:nvSpPr>
            <p:cNvPr id="384" name="Google Shape;384;p6"/>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6"/>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86" name="Google Shape;386;p6"/>
          <p:cNvGrpSpPr/>
          <p:nvPr/>
        </p:nvGrpSpPr>
        <p:grpSpPr>
          <a:xfrm>
            <a:off x="11456954" y="5235459"/>
            <a:ext cx="611511" cy="903343"/>
            <a:chOff x="-287452" y="1948281"/>
            <a:chExt cx="325850" cy="481355"/>
          </a:xfrm>
        </p:grpSpPr>
        <p:sp>
          <p:nvSpPr>
            <p:cNvPr id="387" name="Google Shape;387;p6"/>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6"/>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6"/>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6"/>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91" name="Google Shape;391;p6"/>
          <p:cNvGrpSpPr/>
          <p:nvPr/>
        </p:nvGrpSpPr>
        <p:grpSpPr>
          <a:xfrm>
            <a:off x="-27200" y="6183535"/>
            <a:ext cx="12246400" cy="686699"/>
            <a:chOff x="-20400" y="4637651"/>
            <a:chExt cx="9184800" cy="515024"/>
          </a:xfrm>
        </p:grpSpPr>
        <p:sp>
          <p:nvSpPr>
            <p:cNvPr id="392" name="Google Shape;392;p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393" name="Google Shape;393;p6"/>
            <p:cNvGrpSpPr/>
            <p:nvPr/>
          </p:nvGrpSpPr>
          <p:grpSpPr>
            <a:xfrm>
              <a:off x="335951" y="4637651"/>
              <a:ext cx="8472099" cy="486325"/>
              <a:chOff x="432948" y="4542401"/>
              <a:chExt cx="8472099" cy="486325"/>
            </a:xfrm>
          </p:grpSpPr>
          <p:sp>
            <p:nvSpPr>
              <p:cNvPr id="394" name="Google Shape;394;p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2" name="Google Shape;412;p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3" name="Google Shape;413;p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4" name="Google Shape;414;p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5" name="Google Shape;415;p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6" name="Google Shape;416;p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8" name="Google Shape;418;p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9" name="Google Shape;419;p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0" name="Google Shape;420;p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1" name="Google Shape;421;p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2" name="Google Shape;422;p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3" name="Google Shape;423;p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4" name="Google Shape;424;p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5" name="Google Shape;425;p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6" name="Google Shape;426;p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7" name="Google Shape;427;p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8" name="Google Shape;428;p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9" name="Google Shape;429;p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0" name="Google Shape;430;p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5832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31"/>
        <p:cNvGrpSpPr/>
        <p:nvPr/>
      </p:nvGrpSpPr>
      <p:grpSpPr>
        <a:xfrm>
          <a:off x="0" y="0"/>
          <a:ext cx="0" cy="0"/>
          <a:chOff x="0" y="0"/>
          <a:chExt cx="0" cy="0"/>
        </a:xfrm>
      </p:grpSpPr>
      <p:grpSp>
        <p:nvGrpSpPr>
          <p:cNvPr id="432" name="Google Shape;432;p7"/>
          <p:cNvGrpSpPr/>
          <p:nvPr/>
        </p:nvGrpSpPr>
        <p:grpSpPr>
          <a:xfrm>
            <a:off x="-2048485" y="3808195"/>
            <a:ext cx="2951401" cy="1135736"/>
            <a:chOff x="3352611" y="546734"/>
            <a:chExt cx="2213551" cy="851802"/>
          </a:xfrm>
        </p:grpSpPr>
        <p:sp>
          <p:nvSpPr>
            <p:cNvPr id="433" name="Google Shape;433;p7"/>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34" name="Google Shape;434;p7"/>
            <p:cNvGrpSpPr/>
            <p:nvPr/>
          </p:nvGrpSpPr>
          <p:grpSpPr>
            <a:xfrm>
              <a:off x="3352611" y="546734"/>
              <a:ext cx="2077576" cy="851802"/>
              <a:chOff x="3352611" y="546734"/>
              <a:chExt cx="2077576" cy="851802"/>
            </a:xfrm>
          </p:grpSpPr>
          <p:sp>
            <p:nvSpPr>
              <p:cNvPr id="435" name="Google Shape;435;p7"/>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6" name="Google Shape;436;p7"/>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7" name="Google Shape;437;p7"/>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8" name="Google Shape;438;p7"/>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7"/>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7"/>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7"/>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7"/>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7"/>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444" name="Google Shape;444;p7"/>
          <p:cNvGrpSpPr/>
          <p:nvPr/>
        </p:nvGrpSpPr>
        <p:grpSpPr>
          <a:xfrm>
            <a:off x="9031011" y="-39801"/>
            <a:ext cx="2131459" cy="1005080"/>
            <a:chOff x="6734221" y="539399"/>
            <a:chExt cx="1598594" cy="753810"/>
          </a:xfrm>
        </p:grpSpPr>
        <p:sp>
          <p:nvSpPr>
            <p:cNvPr id="445" name="Google Shape;445;p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54" name="Google Shape;454;p7"/>
          <p:cNvGrpSpPr/>
          <p:nvPr/>
        </p:nvGrpSpPr>
        <p:grpSpPr>
          <a:xfrm>
            <a:off x="11334149" y="2601995"/>
            <a:ext cx="2951401" cy="1135736"/>
            <a:chOff x="3352611" y="546734"/>
            <a:chExt cx="2213551" cy="851802"/>
          </a:xfrm>
        </p:grpSpPr>
        <p:sp>
          <p:nvSpPr>
            <p:cNvPr id="455" name="Google Shape;455;p7"/>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56" name="Google Shape;456;p7"/>
            <p:cNvGrpSpPr/>
            <p:nvPr/>
          </p:nvGrpSpPr>
          <p:grpSpPr>
            <a:xfrm>
              <a:off x="3352611" y="546734"/>
              <a:ext cx="2077576" cy="851802"/>
              <a:chOff x="3352611" y="546734"/>
              <a:chExt cx="2077576" cy="851802"/>
            </a:xfrm>
          </p:grpSpPr>
          <p:sp>
            <p:nvSpPr>
              <p:cNvPr id="457" name="Google Shape;457;p7"/>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7"/>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7"/>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7"/>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1" name="Google Shape;461;p7"/>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2" name="Google Shape;462;p7"/>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3" name="Google Shape;463;p7"/>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7"/>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7"/>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66" name="Google Shape;466;p7"/>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467" name="Google Shape;467;p7"/>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468" name="Google Shape;468;p7"/>
          <p:cNvGrpSpPr/>
          <p:nvPr/>
        </p:nvGrpSpPr>
        <p:grpSpPr>
          <a:xfrm>
            <a:off x="164575" y="5235373"/>
            <a:ext cx="436389" cy="924843"/>
            <a:chOff x="393673" y="1948281"/>
            <a:chExt cx="227128" cy="481355"/>
          </a:xfrm>
        </p:grpSpPr>
        <p:sp>
          <p:nvSpPr>
            <p:cNvPr id="469" name="Google Shape;469;p7"/>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0" name="Google Shape;470;p7"/>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1" name="Google Shape;471;p7"/>
          <p:cNvGrpSpPr/>
          <p:nvPr/>
        </p:nvGrpSpPr>
        <p:grpSpPr>
          <a:xfrm>
            <a:off x="11456954" y="5235459"/>
            <a:ext cx="611511" cy="903343"/>
            <a:chOff x="-287452" y="1948281"/>
            <a:chExt cx="325850" cy="481355"/>
          </a:xfrm>
        </p:grpSpPr>
        <p:sp>
          <p:nvSpPr>
            <p:cNvPr id="472" name="Google Shape;472;p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6" name="Google Shape;476;p7"/>
          <p:cNvGrpSpPr/>
          <p:nvPr/>
        </p:nvGrpSpPr>
        <p:grpSpPr>
          <a:xfrm>
            <a:off x="-27200" y="6183535"/>
            <a:ext cx="12246400" cy="686699"/>
            <a:chOff x="-20400" y="4637651"/>
            <a:chExt cx="9184800" cy="515024"/>
          </a:xfrm>
        </p:grpSpPr>
        <p:sp>
          <p:nvSpPr>
            <p:cNvPr id="477" name="Google Shape;477;p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478" name="Google Shape;478;p7"/>
            <p:cNvGrpSpPr/>
            <p:nvPr/>
          </p:nvGrpSpPr>
          <p:grpSpPr>
            <a:xfrm>
              <a:off x="335951" y="4637651"/>
              <a:ext cx="8472099" cy="486325"/>
              <a:chOff x="432948" y="4542401"/>
              <a:chExt cx="8472099" cy="486325"/>
            </a:xfrm>
          </p:grpSpPr>
          <p:sp>
            <p:nvSpPr>
              <p:cNvPr id="479" name="Google Shape;479;p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0" name="Google Shape;480;p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6" name="Google Shape;486;p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7" name="Google Shape;487;p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8" name="Google Shape;488;p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9" name="Google Shape;489;p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0" name="Google Shape;490;p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1" name="Google Shape;491;p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4" name="Google Shape;514;p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5" name="Google Shape;515;p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516" name="Google Shape;516;p7"/>
          <p:cNvSpPr txBox="1">
            <a:spLocks noGrp="1"/>
          </p:cNvSpPr>
          <p:nvPr>
            <p:ph type="body" idx="1"/>
          </p:nvPr>
        </p:nvSpPr>
        <p:spPr>
          <a:xfrm>
            <a:off x="5825200" y="2182467"/>
            <a:ext cx="5416000" cy="3762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AutoNum type="arabicPeriod"/>
              <a:defRPr sz="1600">
                <a:solidFill>
                  <a:srgbClr val="434343"/>
                </a:solidFill>
              </a:defRPr>
            </a:lvl1pPr>
            <a:lvl2pPr marL="1219170" lvl="1" indent="-406390" rtl="0">
              <a:lnSpc>
                <a:spcPct val="115000"/>
              </a:lnSpc>
              <a:spcBef>
                <a:spcPts val="1333"/>
              </a:spcBef>
              <a:spcAft>
                <a:spcPts val="0"/>
              </a:spcAft>
              <a:buSzPts val="1200"/>
              <a:buAutoNum type="alphaLcPeriod"/>
              <a:defRPr sz="1600">
                <a:solidFill>
                  <a:srgbClr val="434343"/>
                </a:solidFill>
              </a:defRPr>
            </a:lvl2pPr>
            <a:lvl3pPr marL="1828754" lvl="2" indent="-406390" rtl="0">
              <a:lnSpc>
                <a:spcPct val="115000"/>
              </a:lnSpc>
              <a:spcBef>
                <a:spcPts val="2133"/>
              </a:spcBef>
              <a:spcAft>
                <a:spcPts val="0"/>
              </a:spcAft>
              <a:buSzPts val="1200"/>
              <a:buAutoNum type="romanLcPeriod"/>
              <a:defRPr sz="1600">
                <a:solidFill>
                  <a:srgbClr val="434343"/>
                </a:solidFill>
              </a:defRPr>
            </a:lvl3pPr>
            <a:lvl4pPr marL="2438339" lvl="3" indent="-406390" rtl="0">
              <a:lnSpc>
                <a:spcPct val="115000"/>
              </a:lnSpc>
              <a:spcBef>
                <a:spcPts val="2133"/>
              </a:spcBef>
              <a:spcAft>
                <a:spcPts val="0"/>
              </a:spcAft>
              <a:buSzPts val="1200"/>
              <a:buAutoNum type="arabicPeriod"/>
              <a:defRPr sz="1600">
                <a:solidFill>
                  <a:srgbClr val="434343"/>
                </a:solidFill>
              </a:defRPr>
            </a:lvl4pPr>
            <a:lvl5pPr marL="3047924" lvl="4" indent="-406390" rtl="0">
              <a:lnSpc>
                <a:spcPct val="115000"/>
              </a:lnSpc>
              <a:spcBef>
                <a:spcPts val="2133"/>
              </a:spcBef>
              <a:spcAft>
                <a:spcPts val="0"/>
              </a:spcAft>
              <a:buSzPts val="1200"/>
              <a:buAutoNum type="alphaLcPeriod"/>
              <a:defRPr sz="1600">
                <a:solidFill>
                  <a:srgbClr val="434343"/>
                </a:solidFill>
              </a:defRPr>
            </a:lvl5pPr>
            <a:lvl6pPr marL="3657509" lvl="5" indent="-406390" rtl="0">
              <a:lnSpc>
                <a:spcPct val="115000"/>
              </a:lnSpc>
              <a:spcBef>
                <a:spcPts val="2133"/>
              </a:spcBef>
              <a:spcAft>
                <a:spcPts val="0"/>
              </a:spcAft>
              <a:buSzPts val="1200"/>
              <a:buAutoNum type="romanLcPeriod"/>
              <a:defRPr sz="1600">
                <a:solidFill>
                  <a:srgbClr val="434343"/>
                </a:solidFill>
              </a:defRPr>
            </a:lvl6pPr>
            <a:lvl7pPr marL="4267093" lvl="6" indent="-406390" rtl="0">
              <a:lnSpc>
                <a:spcPct val="115000"/>
              </a:lnSpc>
              <a:spcBef>
                <a:spcPts val="2133"/>
              </a:spcBef>
              <a:spcAft>
                <a:spcPts val="0"/>
              </a:spcAft>
              <a:buSzPts val="1200"/>
              <a:buAutoNum type="arabicPeriod"/>
              <a:defRPr sz="1600">
                <a:solidFill>
                  <a:srgbClr val="434343"/>
                </a:solidFill>
              </a:defRPr>
            </a:lvl7pPr>
            <a:lvl8pPr marL="4876678" lvl="7" indent="-406390" rtl="0">
              <a:lnSpc>
                <a:spcPct val="115000"/>
              </a:lnSpc>
              <a:spcBef>
                <a:spcPts val="2133"/>
              </a:spcBef>
              <a:spcAft>
                <a:spcPts val="0"/>
              </a:spcAft>
              <a:buSzPts val="1200"/>
              <a:buAutoNum type="alphaLcPeriod"/>
              <a:defRPr sz="1600">
                <a:solidFill>
                  <a:srgbClr val="434343"/>
                </a:solidFill>
              </a:defRPr>
            </a:lvl8pPr>
            <a:lvl9pPr marL="5486263" lvl="8" indent="-406390" rtl="0">
              <a:lnSpc>
                <a:spcPct val="115000"/>
              </a:lnSpc>
              <a:spcBef>
                <a:spcPts val="2133"/>
              </a:spcBef>
              <a:spcAft>
                <a:spcPts val="2133"/>
              </a:spcAft>
              <a:buSzPts val="1200"/>
              <a:buAutoNum type="romanLcPeriod"/>
              <a:defRPr sz="1600">
                <a:solidFill>
                  <a:srgbClr val="434343"/>
                </a:solidFill>
              </a:defRPr>
            </a:lvl9pPr>
          </a:lstStyle>
          <a:p>
            <a:pPr lvl="0"/>
            <a:r>
              <a:rPr lang="en-US"/>
              <a:t>Click to edit Master text styles</a:t>
            </a:r>
          </a:p>
        </p:txBody>
      </p:sp>
      <p:sp>
        <p:nvSpPr>
          <p:cNvPr id="517" name="Google Shape;517;p7"/>
          <p:cNvSpPr txBox="1">
            <a:spLocks noGrp="1"/>
          </p:cNvSpPr>
          <p:nvPr>
            <p:ph type="title"/>
          </p:nvPr>
        </p:nvSpPr>
        <p:spPr>
          <a:xfrm>
            <a:off x="5825200" y="719200"/>
            <a:ext cx="5416000" cy="1462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518" name="Google Shape;518;p7"/>
          <p:cNvSpPr>
            <a:spLocks noGrp="1"/>
          </p:cNvSpPr>
          <p:nvPr>
            <p:ph type="pic" idx="2"/>
          </p:nvPr>
        </p:nvSpPr>
        <p:spPr>
          <a:xfrm>
            <a:off x="950800" y="905400"/>
            <a:ext cx="4781200" cy="5047200"/>
          </a:xfrm>
          <a:prstGeom prst="rect">
            <a:avLst/>
          </a:prstGeom>
          <a:noFill/>
          <a:ln>
            <a:noFill/>
          </a:ln>
        </p:spPr>
      </p:sp>
      <p:grpSp>
        <p:nvGrpSpPr>
          <p:cNvPr id="519" name="Google Shape;519;p7"/>
          <p:cNvGrpSpPr/>
          <p:nvPr/>
        </p:nvGrpSpPr>
        <p:grpSpPr>
          <a:xfrm>
            <a:off x="2738033" y="150624"/>
            <a:ext cx="1679888" cy="730904"/>
            <a:chOff x="1688595" y="4276214"/>
            <a:chExt cx="1030522" cy="448371"/>
          </a:xfrm>
        </p:grpSpPr>
        <p:sp>
          <p:nvSpPr>
            <p:cNvPr id="520" name="Google Shape;520;p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3" name="Google Shape;523;p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72673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524"/>
        <p:cNvGrpSpPr/>
        <p:nvPr/>
      </p:nvGrpSpPr>
      <p:grpSpPr>
        <a:xfrm>
          <a:off x="0" y="0"/>
          <a:ext cx="0" cy="0"/>
          <a:chOff x="0" y="0"/>
          <a:chExt cx="0" cy="0"/>
        </a:xfrm>
      </p:grpSpPr>
      <p:sp>
        <p:nvSpPr>
          <p:cNvPr id="525" name="Google Shape;525;p8"/>
          <p:cNvSpPr txBox="1">
            <a:spLocks noGrp="1"/>
          </p:cNvSpPr>
          <p:nvPr>
            <p:ph type="title"/>
          </p:nvPr>
        </p:nvSpPr>
        <p:spPr>
          <a:xfrm>
            <a:off x="3090600" y="1742800"/>
            <a:ext cx="6010800" cy="33724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96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526" name="Google Shape;526;p8"/>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527" name="Google Shape;527;p8"/>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528" name="Google Shape;528;p8"/>
          <p:cNvGrpSpPr/>
          <p:nvPr/>
        </p:nvGrpSpPr>
        <p:grpSpPr>
          <a:xfrm>
            <a:off x="10847722" y="5321981"/>
            <a:ext cx="493249" cy="728643"/>
            <a:chOff x="-287452" y="1948281"/>
            <a:chExt cx="325850" cy="481355"/>
          </a:xfrm>
        </p:grpSpPr>
        <p:sp>
          <p:nvSpPr>
            <p:cNvPr id="529" name="Google Shape;529;p8"/>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0" name="Google Shape;530;p8"/>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1" name="Google Shape;531;p8"/>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2" name="Google Shape;532;p8"/>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33" name="Google Shape;533;p8"/>
          <p:cNvGrpSpPr/>
          <p:nvPr/>
        </p:nvGrpSpPr>
        <p:grpSpPr>
          <a:xfrm>
            <a:off x="7683413" y="4844181"/>
            <a:ext cx="493231" cy="1039529"/>
            <a:chOff x="659672" y="1912000"/>
            <a:chExt cx="262823" cy="553923"/>
          </a:xfrm>
        </p:grpSpPr>
        <p:sp>
          <p:nvSpPr>
            <p:cNvPr id="534" name="Google Shape;534;p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5" name="Google Shape;535;p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36" name="Google Shape;536;p8"/>
          <p:cNvGrpSpPr/>
          <p:nvPr/>
        </p:nvGrpSpPr>
        <p:grpSpPr>
          <a:xfrm>
            <a:off x="-27200" y="6183535"/>
            <a:ext cx="12246400" cy="686699"/>
            <a:chOff x="-20400" y="4637651"/>
            <a:chExt cx="9184800" cy="515024"/>
          </a:xfrm>
        </p:grpSpPr>
        <p:sp>
          <p:nvSpPr>
            <p:cNvPr id="537" name="Google Shape;537;p8"/>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38" name="Google Shape;538;p8"/>
            <p:cNvGrpSpPr/>
            <p:nvPr/>
          </p:nvGrpSpPr>
          <p:grpSpPr>
            <a:xfrm>
              <a:off x="335951" y="4637651"/>
              <a:ext cx="8472099" cy="486325"/>
              <a:chOff x="432948" y="4542401"/>
              <a:chExt cx="8472099" cy="486325"/>
            </a:xfrm>
          </p:grpSpPr>
          <p:sp>
            <p:nvSpPr>
              <p:cNvPr id="539" name="Google Shape;539;p8"/>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0" name="Google Shape;540;p8"/>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1" name="Google Shape;541;p8"/>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2" name="Google Shape;542;p8"/>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3" name="Google Shape;543;p8"/>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8"/>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8"/>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8"/>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8"/>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8"/>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8"/>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8"/>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8"/>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8"/>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8"/>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8"/>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8"/>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8"/>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8"/>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8"/>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8"/>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8"/>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8"/>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8"/>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8"/>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8"/>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8"/>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8"/>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8"/>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8"/>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8"/>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8"/>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8"/>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8"/>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8"/>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8"/>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5" name="Google Shape;575;p8"/>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576" name="Google Shape;576;p8"/>
          <p:cNvGrpSpPr/>
          <p:nvPr/>
        </p:nvGrpSpPr>
        <p:grpSpPr>
          <a:xfrm>
            <a:off x="390227" y="5321978"/>
            <a:ext cx="391536" cy="825199"/>
            <a:chOff x="659672" y="1912000"/>
            <a:chExt cx="262823" cy="553923"/>
          </a:xfrm>
        </p:grpSpPr>
        <p:sp>
          <p:nvSpPr>
            <p:cNvPr id="577" name="Google Shape;577;p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8" name="Google Shape;578;p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79" name="Google Shape;579;p8"/>
          <p:cNvGrpSpPr/>
          <p:nvPr/>
        </p:nvGrpSpPr>
        <p:grpSpPr>
          <a:xfrm>
            <a:off x="-306771" y="1229506"/>
            <a:ext cx="1536100" cy="1062463"/>
            <a:chOff x="605071" y="918504"/>
            <a:chExt cx="1152075" cy="796847"/>
          </a:xfrm>
        </p:grpSpPr>
        <p:sp>
          <p:nvSpPr>
            <p:cNvPr id="580" name="Google Shape;580;p8"/>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8"/>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2" name="Google Shape;582;p8"/>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3" name="Google Shape;583;p8"/>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84" name="Google Shape;584;p8"/>
          <p:cNvGrpSpPr/>
          <p:nvPr/>
        </p:nvGrpSpPr>
        <p:grpSpPr>
          <a:xfrm>
            <a:off x="10783995" y="615665"/>
            <a:ext cx="2131459" cy="1005080"/>
            <a:chOff x="6734221" y="539399"/>
            <a:chExt cx="1598594" cy="753810"/>
          </a:xfrm>
        </p:grpSpPr>
        <p:sp>
          <p:nvSpPr>
            <p:cNvPr id="585" name="Google Shape;585;p8"/>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8"/>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8"/>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8" name="Google Shape;588;p8"/>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9" name="Google Shape;589;p8"/>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0" name="Google Shape;590;p8"/>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1" name="Google Shape;591;p8"/>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2" name="Google Shape;592;p8"/>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3" name="Google Shape;593;p8"/>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94" name="Google Shape;594;p8"/>
          <p:cNvGrpSpPr/>
          <p:nvPr/>
        </p:nvGrpSpPr>
        <p:grpSpPr>
          <a:xfrm flipH="1">
            <a:off x="10783990" y="4234262"/>
            <a:ext cx="2012311" cy="520409"/>
            <a:chOff x="279488" y="3058414"/>
            <a:chExt cx="1733754" cy="448371"/>
          </a:xfrm>
        </p:grpSpPr>
        <p:sp>
          <p:nvSpPr>
            <p:cNvPr id="595" name="Google Shape;595;p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6" name="Google Shape;596;p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7" name="Google Shape;597;p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8" name="Google Shape;598;p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9" name="Google Shape;599;p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0" name="Google Shape;600;p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1" name="Google Shape;601;p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661741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03"/>
        <p:cNvGrpSpPr/>
        <p:nvPr/>
      </p:nvGrpSpPr>
      <p:grpSpPr>
        <a:xfrm>
          <a:off x="0" y="0"/>
          <a:ext cx="0" cy="0"/>
          <a:chOff x="0" y="0"/>
          <a:chExt cx="0" cy="0"/>
        </a:xfrm>
      </p:grpSpPr>
      <p:sp>
        <p:nvSpPr>
          <p:cNvPr id="604" name="Google Shape;604;p9"/>
          <p:cNvSpPr txBox="1">
            <a:spLocks noGrp="1"/>
          </p:cNvSpPr>
          <p:nvPr>
            <p:ph type="title"/>
          </p:nvPr>
        </p:nvSpPr>
        <p:spPr>
          <a:xfrm>
            <a:off x="2988600" y="1889267"/>
            <a:ext cx="6214800" cy="1122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6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605" name="Google Shape;605;p9"/>
          <p:cNvSpPr txBox="1">
            <a:spLocks noGrp="1"/>
          </p:cNvSpPr>
          <p:nvPr>
            <p:ph type="subTitle" idx="1"/>
          </p:nvPr>
        </p:nvSpPr>
        <p:spPr>
          <a:xfrm>
            <a:off x="2988733" y="3011667"/>
            <a:ext cx="6214800" cy="168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2133">
                <a:solidFill>
                  <a:schemeClr val="dk1"/>
                </a:solidFill>
              </a:defRPr>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606" name="Google Shape;606;p9"/>
          <p:cNvSpPr/>
          <p:nvPr/>
        </p:nvSpPr>
        <p:spPr>
          <a:xfrm flipH="1">
            <a:off x="-1379100" y="4772468"/>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rgbClr val="A9874B">
              <a:alpha val="33930"/>
            </a:srgbClr>
          </a:solidFill>
          <a:ln>
            <a:noFill/>
          </a:ln>
        </p:spPr>
      </p:sp>
      <p:sp>
        <p:nvSpPr>
          <p:cNvPr id="607" name="Google Shape;607;p9"/>
          <p:cNvSpPr/>
          <p:nvPr/>
        </p:nvSpPr>
        <p:spPr>
          <a:xfrm>
            <a:off x="-1670500" y="5073834"/>
            <a:ext cx="14753167"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608" name="Google Shape;608;p9"/>
          <p:cNvGrpSpPr/>
          <p:nvPr/>
        </p:nvGrpSpPr>
        <p:grpSpPr>
          <a:xfrm>
            <a:off x="10131282" y="275079"/>
            <a:ext cx="2951401" cy="1135736"/>
            <a:chOff x="3352611" y="546734"/>
            <a:chExt cx="2213551" cy="851802"/>
          </a:xfrm>
        </p:grpSpPr>
        <p:sp>
          <p:nvSpPr>
            <p:cNvPr id="609" name="Google Shape;609;p9"/>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10" name="Google Shape;610;p9"/>
            <p:cNvGrpSpPr/>
            <p:nvPr/>
          </p:nvGrpSpPr>
          <p:grpSpPr>
            <a:xfrm>
              <a:off x="3352611" y="546734"/>
              <a:ext cx="2077576" cy="851802"/>
              <a:chOff x="3352611" y="546734"/>
              <a:chExt cx="2077576" cy="851802"/>
            </a:xfrm>
          </p:grpSpPr>
          <p:sp>
            <p:nvSpPr>
              <p:cNvPr id="611" name="Google Shape;611;p9"/>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9"/>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9"/>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9"/>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9"/>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9"/>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9"/>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9"/>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9"/>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20" name="Google Shape;620;p9"/>
          <p:cNvGrpSpPr/>
          <p:nvPr/>
        </p:nvGrpSpPr>
        <p:grpSpPr>
          <a:xfrm>
            <a:off x="-54305" y="445573"/>
            <a:ext cx="1536100" cy="1062463"/>
            <a:chOff x="605071" y="918504"/>
            <a:chExt cx="1152075" cy="796847"/>
          </a:xfrm>
        </p:grpSpPr>
        <p:sp>
          <p:nvSpPr>
            <p:cNvPr id="621" name="Google Shape;621;p9"/>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9"/>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9"/>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9"/>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25" name="Google Shape;625;p9"/>
          <p:cNvGrpSpPr/>
          <p:nvPr/>
        </p:nvGrpSpPr>
        <p:grpSpPr>
          <a:xfrm>
            <a:off x="-27200" y="6183535"/>
            <a:ext cx="12246400" cy="686699"/>
            <a:chOff x="-20400" y="4637651"/>
            <a:chExt cx="9184800" cy="515024"/>
          </a:xfrm>
        </p:grpSpPr>
        <p:sp>
          <p:nvSpPr>
            <p:cNvPr id="626" name="Google Shape;626;p9"/>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27" name="Google Shape;627;p9"/>
            <p:cNvGrpSpPr/>
            <p:nvPr/>
          </p:nvGrpSpPr>
          <p:grpSpPr>
            <a:xfrm>
              <a:off x="335951" y="4637651"/>
              <a:ext cx="8472099" cy="486325"/>
              <a:chOff x="432948" y="4542401"/>
              <a:chExt cx="8472099" cy="486325"/>
            </a:xfrm>
          </p:grpSpPr>
          <p:sp>
            <p:nvSpPr>
              <p:cNvPr id="628" name="Google Shape;628;p9"/>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9"/>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9"/>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9"/>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9"/>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3" name="Google Shape;633;p9"/>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4" name="Google Shape;634;p9"/>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9"/>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9"/>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9"/>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9"/>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9"/>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9"/>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9"/>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9"/>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9"/>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4" name="Google Shape;644;p9"/>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5" name="Google Shape;645;p9"/>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9"/>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9"/>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9"/>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9"/>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9"/>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9"/>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9"/>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9"/>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9"/>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5" name="Google Shape;655;p9"/>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6" name="Google Shape;656;p9"/>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7" name="Google Shape;657;p9"/>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8" name="Google Shape;658;p9"/>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9" name="Google Shape;659;p9"/>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0" name="Google Shape;660;p9"/>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9"/>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9"/>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3" name="Google Shape;663;p9"/>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4" name="Google Shape;664;p9"/>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665" name="Google Shape;665;p9"/>
          <p:cNvGrpSpPr/>
          <p:nvPr/>
        </p:nvGrpSpPr>
        <p:grpSpPr>
          <a:xfrm>
            <a:off x="111554" y="4600459"/>
            <a:ext cx="611511" cy="903343"/>
            <a:chOff x="-287452" y="1948281"/>
            <a:chExt cx="325850" cy="481355"/>
          </a:xfrm>
        </p:grpSpPr>
        <p:sp>
          <p:nvSpPr>
            <p:cNvPr id="666" name="Google Shape;666;p9"/>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7" name="Google Shape;667;p9"/>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8" name="Google Shape;668;p9"/>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9" name="Google Shape;669;p9"/>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70" name="Google Shape;670;p9"/>
          <p:cNvGrpSpPr/>
          <p:nvPr/>
        </p:nvGrpSpPr>
        <p:grpSpPr>
          <a:xfrm>
            <a:off x="10646181" y="4263281"/>
            <a:ext cx="1088263" cy="1136063"/>
            <a:chOff x="7984635" y="3197460"/>
            <a:chExt cx="816197" cy="852047"/>
          </a:xfrm>
        </p:grpSpPr>
        <p:grpSp>
          <p:nvGrpSpPr>
            <p:cNvPr id="671" name="Google Shape;671;p9"/>
            <p:cNvGrpSpPr/>
            <p:nvPr/>
          </p:nvGrpSpPr>
          <p:grpSpPr>
            <a:xfrm>
              <a:off x="8430909" y="3197460"/>
              <a:ext cx="369923" cy="779647"/>
              <a:chOff x="659672" y="1912000"/>
              <a:chExt cx="262823" cy="553923"/>
            </a:xfrm>
          </p:grpSpPr>
          <p:sp>
            <p:nvSpPr>
              <p:cNvPr id="672" name="Google Shape;672;p9"/>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3" name="Google Shape;673;p9"/>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74" name="Google Shape;674;p9"/>
            <p:cNvGrpSpPr/>
            <p:nvPr/>
          </p:nvGrpSpPr>
          <p:grpSpPr>
            <a:xfrm>
              <a:off x="7984635" y="3528693"/>
              <a:ext cx="321175" cy="520814"/>
              <a:chOff x="126609" y="2053364"/>
              <a:chExt cx="228188" cy="370028"/>
            </a:xfrm>
          </p:grpSpPr>
          <p:sp>
            <p:nvSpPr>
              <p:cNvPr id="675" name="Google Shape;675;p9"/>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6" name="Google Shape;676;p9"/>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14872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77"/>
        <p:cNvGrpSpPr/>
        <p:nvPr/>
      </p:nvGrpSpPr>
      <p:grpSpPr>
        <a:xfrm>
          <a:off x="0" y="0"/>
          <a:ext cx="0" cy="0"/>
          <a:chOff x="0" y="0"/>
          <a:chExt cx="0" cy="0"/>
        </a:xfrm>
      </p:grpSpPr>
      <p:sp>
        <p:nvSpPr>
          <p:cNvPr id="678" name="Google Shape;678;p10"/>
          <p:cNvSpPr>
            <a:spLocks noGrp="1"/>
          </p:cNvSpPr>
          <p:nvPr>
            <p:ph type="pic" idx="2"/>
          </p:nvPr>
        </p:nvSpPr>
        <p:spPr>
          <a:xfrm>
            <a:off x="-3500" y="-25700"/>
            <a:ext cx="12192000" cy="6883600"/>
          </a:xfrm>
          <a:prstGeom prst="rect">
            <a:avLst/>
          </a:prstGeom>
          <a:noFill/>
          <a:ln>
            <a:noFill/>
          </a:ln>
        </p:spPr>
      </p:sp>
      <p:sp>
        <p:nvSpPr>
          <p:cNvPr id="679" name="Google Shape;679;p10"/>
          <p:cNvSpPr txBox="1">
            <a:spLocks noGrp="1"/>
          </p:cNvSpPr>
          <p:nvPr>
            <p:ph type="title"/>
          </p:nvPr>
        </p:nvSpPr>
        <p:spPr>
          <a:xfrm>
            <a:off x="960000" y="719200"/>
            <a:ext cx="10272000" cy="7636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2737069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80"/>
        <p:cNvGrpSpPr/>
        <p:nvPr/>
      </p:nvGrpSpPr>
      <p:grpSpPr>
        <a:xfrm>
          <a:off x="0" y="0"/>
          <a:ext cx="0" cy="0"/>
          <a:chOff x="0" y="0"/>
          <a:chExt cx="0" cy="0"/>
        </a:xfrm>
      </p:grpSpPr>
      <p:sp>
        <p:nvSpPr>
          <p:cNvPr id="681" name="Google Shape;681;p11"/>
          <p:cNvSpPr txBox="1">
            <a:spLocks noGrp="1"/>
          </p:cNvSpPr>
          <p:nvPr>
            <p:ph type="title" hasCustomPrompt="1"/>
          </p:nvPr>
        </p:nvSpPr>
        <p:spPr>
          <a:xfrm>
            <a:off x="950800" y="2223700"/>
            <a:ext cx="5524000" cy="17476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96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682" name="Google Shape;682;p11"/>
          <p:cNvSpPr txBox="1">
            <a:spLocks noGrp="1"/>
          </p:cNvSpPr>
          <p:nvPr>
            <p:ph type="subTitle" idx="1"/>
          </p:nvPr>
        </p:nvSpPr>
        <p:spPr>
          <a:xfrm>
            <a:off x="950800" y="3971533"/>
            <a:ext cx="5524000" cy="66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a:solidFill>
                  <a:schemeClr val="dk1"/>
                </a:solidFill>
              </a:defRPr>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683" name="Google Shape;683;p11"/>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684" name="Google Shape;684;p11"/>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685" name="Google Shape;685;p11"/>
          <p:cNvGrpSpPr/>
          <p:nvPr/>
        </p:nvGrpSpPr>
        <p:grpSpPr>
          <a:xfrm>
            <a:off x="10847722" y="5321981"/>
            <a:ext cx="493249" cy="728643"/>
            <a:chOff x="-287452" y="1948281"/>
            <a:chExt cx="325850" cy="481355"/>
          </a:xfrm>
        </p:grpSpPr>
        <p:sp>
          <p:nvSpPr>
            <p:cNvPr id="686" name="Google Shape;686;p11"/>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7" name="Google Shape;687;p11"/>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8" name="Google Shape;688;p11"/>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9" name="Google Shape;689;p11"/>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0" name="Google Shape;690;p11"/>
          <p:cNvGrpSpPr/>
          <p:nvPr/>
        </p:nvGrpSpPr>
        <p:grpSpPr>
          <a:xfrm>
            <a:off x="7683413" y="4844181"/>
            <a:ext cx="493231" cy="1039529"/>
            <a:chOff x="659672" y="1912000"/>
            <a:chExt cx="262823" cy="553923"/>
          </a:xfrm>
        </p:grpSpPr>
        <p:sp>
          <p:nvSpPr>
            <p:cNvPr id="691" name="Google Shape;691;p1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1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3" name="Google Shape;693;p11"/>
          <p:cNvGrpSpPr/>
          <p:nvPr/>
        </p:nvGrpSpPr>
        <p:grpSpPr>
          <a:xfrm>
            <a:off x="-27200" y="6183535"/>
            <a:ext cx="12246400" cy="686699"/>
            <a:chOff x="-20400" y="4637651"/>
            <a:chExt cx="9184800" cy="515024"/>
          </a:xfrm>
        </p:grpSpPr>
        <p:sp>
          <p:nvSpPr>
            <p:cNvPr id="694" name="Google Shape;694;p11"/>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695" name="Google Shape;695;p11"/>
            <p:cNvGrpSpPr/>
            <p:nvPr/>
          </p:nvGrpSpPr>
          <p:grpSpPr>
            <a:xfrm>
              <a:off x="335951" y="4637651"/>
              <a:ext cx="8472099" cy="486325"/>
              <a:chOff x="432948" y="4542401"/>
              <a:chExt cx="8472099" cy="486325"/>
            </a:xfrm>
          </p:grpSpPr>
          <p:sp>
            <p:nvSpPr>
              <p:cNvPr id="696" name="Google Shape;696;p11"/>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11"/>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1"/>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11"/>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11"/>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11"/>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2" name="Google Shape;702;p11"/>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3" name="Google Shape;703;p11"/>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11"/>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11"/>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11"/>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11"/>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11"/>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11"/>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11"/>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11"/>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11"/>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3" name="Google Shape;713;p11"/>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4" name="Google Shape;714;p11"/>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11"/>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11"/>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11"/>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11"/>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11"/>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11"/>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11"/>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2" name="Google Shape;722;p11"/>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3" name="Google Shape;723;p11"/>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11"/>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11"/>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11"/>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11"/>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11"/>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11"/>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11"/>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11"/>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11"/>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33" name="Google Shape;733;p11"/>
          <p:cNvGrpSpPr/>
          <p:nvPr/>
        </p:nvGrpSpPr>
        <p:grpSpPr>
          <a:xfrm>
            <a:off x="390227" y="5321978"/>
            <a:ext cx="391536" cy="825199"/>
            <a:chOff x="659672" y="1912000"/>
            <a:chExt cx="262823" cy="553923"/>
          </a:xfrm>
        </p:grpSpPr>
        <p:sp>
          <p:nvSpPr>
            <p:cNvPr id="734" name="Google Shape;734;p1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1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36" name="Google Shape;736;p11"/>
          <p:cNvGrpSpPr/>
          <p:nvPr/>
        </p:nvGrpSpPr>
        <p:grpSpPr>
          <a:xfrm>
            <a:off x="-306771" y="1229506"/>
            <a:ext cx="1536100" cy="1062463"/>
            <a:chOff x="605071" y="918504"/>
            <a:chExt cx="1152075" cy="796847"/>
          </a:xfrm>
        </p:grpSpPr>
        <p:sp>
          <p:nvSpPr>
            <p:cNvPr id="737" name="Google Shape;737;p11"/>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8" name="Google Shape;738;p11"/>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9" name="Google Shape;739;p11"/>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0" name="Google Shape;740;p11"/>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1" name="Google Shape;741;p11"/>
          <p:cNvGrpSpPr/>
          <p:nvPr/>
        </p:nvGrpSpPr>
        <p:grpSpPr>
          <a:xfrm>
            <a:off x="10783995" y="615665"/>
            <a:ext cx="2131459" cy="1005080"/>
            <a:chOff x="6734221" y="539399"/>
            <a:chExt cx="1598594" cy="753810"/>
          </a:xfrm>
        </p:grpSpPr>
        <p:sp>
          <p:nvSpPr>
            <p:cNvPr id="742" name="Google Shape;742;p1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3" name="Google Shape;743;p1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4" name="Google Shape;744;p1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1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1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7" name="Google Shape;747;p1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8" name="Google Shape;748;p1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1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0" name="Google Shape;750;p1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51" name="Google Shape;751;p11"/>
          <p:cNvGrpSpPr/>
          <p:nvPr/>
        </p:nvGrpSpPr>
        <p:grpSpPr>
          <a:xfrm flipH="1">
            <a:off x="10783990" y="4234262"/>
            <a:ext cx="2012311" cy="520409"/>
            <a:chOff x="279488" y="3058414"/>
            <a:chExt cx="1733754" cy="448371"/>
          </a:xfrm>
        </p:grpSpPr>
        <p:sp>
          <p:nvSpPr>
            <p:cNvPr id="752" name="Google Shape;752;p11"/>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3" name="Google Shape;753;p11"/>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4" name="Google Shape;754;p11"/>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5" name="Google Shape;755;p11"/>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6" name="Google Shape;756;p11"/>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7" name="Google Shape;757;p11"/>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8" name="Google Shape;758;p11"/>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9" name="Google Shape;759;p11"/>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43100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5"/>
        </a:solidFill>
        <a:effectLst/>
      </p:bgPr>
    </p:bg>
    <p:spTree>
      <p:nvGrpSpPr>
        <p:cNvPr id="1" name="Shape 760"/>
        <p:cNvGrpSpPr/>
        <p:nvPr/>
      </p:nvGrpSpPr>
      <p:grpSpPr>
        <a:xfrm>
          <a:off x="0" y="0"/>
          <a:ext cx="0" cy="0"/>
          <a:chOff x="0" y="0"/>
          <a:chExt cx="0" cy="0"/>
        </a:xfrm>
      </p:grpSpPr>
    </p:spTree>
    <p:extLst>
      <p:ext uri="{BB962C8B-B14F-4D97-AF65-F5344CB8AC3E}">
        <p14:creationId xmlns:p14="http://schemas.microsoft.com/office/powerpoint/2010/main" val="2959929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761"/>
        <p:cNvGrpSpPr/>
        <p:nvPr/>
      </p:nvGrpSpPr>
      <p:grpSpPr>
        <a:xfrm>
          <a:off x="0" y="0"/>
          <a:ext cx="0" cy="0"/>
          <a:chOff x="0" y="0"/>
          <a:chExt cx="0" cy="0"/>
        </a:xfrm>
      </p:grpSpPr>
      <p:grpSp>
        <p:nvGrpSpPr>
          <p:cNvPr id="762" name="Google Shape;762;p13"/>
          <p:cNvGrpSpPr/>
          <p:nvPr/>
        </p:nvGrpSpPr>
        <p:grpSpPr>
          <a:xfrm>
            <a:off x="7542984" y="2043237"/>
            <a:ext cx="2311672" cy="597828"/>
            <a:chOff x="279488" y="3058414"/>
            <a:chExt cx="1733754" cy="448371"/>
          </a:xfrm>
        </p:grpSpPr>
        <p:sp>
          <p:nvSpPr>
            <p:cNvPr id="763" name="Google Shape;763;p13"/>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4" name="Google Shape;764;p13"/>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5" name="Google Shape;765;p13"/>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6" name="Google Shape;766;p13"/>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7" name="Google Shape;767;p13"/>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13"/>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13"/>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13"/>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1" name="Google Shape;771;p13"/>
          <p:cNvGrpSpPr/>
          <p:nvPr/>
        </p:nvGrpSpPr>
        <p:grpSpPr>
          <a:xfrm>
            <a:off x="3349724" y="3066287"/>
            <a:ext cx="1189765" cy="501384"/>
            <a:chOff x="605081" y="4084003"/>
            <a:chExt cx="892324" cy="376038"/>
          </a:xfrm>
        </p:grpSpPr>
        <p:sp>
          <p:nvSpPr>
            <p:cNvPr id="772" name="Google Shape;772;p13"/>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13"/>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13"/>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13"/>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13"/>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77" name="Google Shape;777;p13"/>
          <p:cNvGrpSpPr/>
          <p:nvPr/>
        </p:nvGrpSpPr>
        <p:grpSpPr>
          <a:xfrm>
            <a:off x="-954351" y="-158355"/>
            <a:ext cx="2951401" cy="1135736"/>
            <a:chOff x="3352611" y="546734"/>
            <a:chExt cx="2213551" cy="851802"/>
          </a:xfrm>
        </p:grpSpPr>
        <p:sp>
          <p:nvSpPr>
            <p:cNvPr id="778" name="Google Shape;778;p1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779" name="Google Shape;779;p13"/>
            <p:cNvGrpSpPr/>
            <p:nvPr/>
          </p:nvGrpSpPr>
          <p:grpSpPr>
            <a:xfrm>
              <a:off x="3352611" y="546734"/>
              <a:ext cx="2077576" cy="851802"/>
              <a:chOff x="3352611" y="546734"/>
              <a:chExt cx="2077576" cy="851802"/>
            </a:xfrm>
          </p:grpSpPr>
          <p:sp>
            <p:nvSpPr>
              <p:cNvPr id="780" name="Google Shape;780;p1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1" name="Google Shape;781;p1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2" name="Google Shape;782;p1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1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1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1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1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1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1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789" name="Google Shape;789;p13"/>
          <p:cNvGrpSpPr/>
          <p:nvPr/>
        </p:nvGrpSpPr>
        <p:grpSpPr>
          <a:xfrm flipH="1">
            <a:off x="10822418" y="719189"/>
            <a:ext cx="1768665" cy="1223320"/>
            <a:chOff x="605071" y="918504"/>
            <a:chExt cx="1152075" cy="796847"/>
          </a:xfrm>
        </p:grpSpPr>
        <p:sp>
          <p:nvSpPr>
            <p:cNvPr id="790" name="Google Shape;790;p1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1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1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1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4" name="Google Shape;794;p13"/>
          <p:cNvGrpSpPr/>
          <p:nvPr/>
        </p:nvGrpSpPr>
        <p:grpSpPr>
          <a:xfrm>
            <a:off x="-74821" y="3723662"/>
            <a:ext cx="1536100" cy="1062463"/>
            <a:chOff x="605071" y="918504"/>
            <a:chExt cx="1152075" cy="796847"/>
          </a:xfrm>
        </p:grpSpPr>
        <p:sp>
          <p:nvSpPr>
            <p:cNvPr id="795" name="Google Shape;795;p13"/>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13"/>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13"/>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13"/>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99" name="Google Shape;799;p13"/>
          <p:cNvGrpSpPr/>
          <p:nvPr/>
        </p:nvGrpSpPr>
        <p:grpSpPr>
          <a:xfrm>
            <a:off x="10081582" y="3761795"/>
            <a:ext cx="2951401" cy="1135736"/>
            <a:chOff x="3352611" y="546734"/>
            <a:chExt cx="2213551" cy="851802"/>
          </a:xfrm>
        </p:grpSpPr>
        <p:sp>
          <p:nvSpPr>
            <p:cNvPr id="800" name="Google Shape;800;p13"/>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01" name="Google Shape;801;p13"/>
            <p:cNvGrpSpPr/>
            <p:nvPr/>
          </p:nvGrpSpPr>
          <p:grpSpPr>
            <a:xfrm>
              <a:off x="3352611" y="546734"/>
              <a:ext cx="2077576" cy="851802"/>
              <a:chOff x="3352611" y="546734"/>
              <a:chExt cx="2077576" cy="851802"/>
            </a:xfrm>
          </p:grpSpPr>
          <p:sp>
            <p:nvSpPr>
              <p:cNvPr id="802" name="Google Shape;802;p13"/>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13"/>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13"/>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13"/>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13"/>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13"/>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13"/>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13"/>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13"/>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11" name="Google Shape;811;p13"/>
          <p:cNvSpPr/>
          <p:nvPr/>
        </p:nvSpPr>
        <p:spPr>
          <a:xfrm>
            <a:off x="-2574234" y="5175666"/>
            <a:ext cx="17094067" cy="2811900"/>
          </a:xfrm>
          <a:custGeom>
            <a:avLst/>
            <a:gdLst/>
            <a:ahLst/>
            <a:cxnLst/>
            <a:rect l="l" t="t" r="r" b="b"/>
            <a:pathLst>
              <a:path w="512822" h="84357" extrusionOk="0">
                <a:moveTo>
                  <a:pt x="483346" y="20125"/>
                </a:moveTo>
                <a:cubicBezTo>
                  <a:pt x="478306" y="11830"/>
                  <a:pt x="475271" y="26608"/>
                  <a:pt x="453107" y="25909"/>
                </a:cubicBezTo>
                <a:cubicBezTo>
                  <a:pt x="430943" y="25211"/>
                  <a:pt x="389566" y="16350"/>
                  <a:pt x="350362" y="15934"/>
                </a:cubicBezTo>
                <a:cubicBezTo>
                  <a:pt x="311158" y="15519"/>
                  <a:pt x="251560" y="21213"/>
                  <a:pt x="217884" y="23416"/>
                </a:cubicBezTo>
                <a:cubicBezTo>
                  <a:pt x="184208" y="25619"/>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812" name="Google Shape;812;p13"/>
          <p:cNvSpPr/>
          <p:nvPr/>
        </p:nvSpPr>
        <p:spPr>
          <a:xfrm>
            <a:off x="-1670499" y="5378634"/>
            <a:ext cx="15588196"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813" name="Google Shape;813;p13"/>
          <p:cNvGrpSpPr/>
          <p:nvPr/>
        </p:nvGrpSpPr>
        <p:grpSpPr>
          <a:xfrm>
            <a:off x="11230946" y="5058446"/>
            <a:ext cx="652655" cy="964185"/>
            <a:chOff x="-287452" y="1948281"/>
            <a:chExt cx="325850" cy="481355"/>
          </a:xfrm>
        </p:grpSpPr>
        <p:sp>
          <p:nvSpPr>
            <p:cNvPr id="814" name="Google Shape;814;p13"/>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5" name="Google Shape;815;p13"/>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6" name="Google Shape;816;p13"/>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13"/>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8" name="Google Shape;818;p13"/>
          <p:cNvGrpSpPr/>
          <p:nvPr/>
        </p:nvGrpSpPr>
        <p:grpSpPr>
          <a:xfrm>
            <a:off x="-27200" y="6183535"/>
            <a:ext cx="12246400" cy="686699"/>
            <a:chOff x="-20400" y="4637651"/>
            <a:chExt cx="9184800" cy="515024"/>
          </a:xfrm>
        </p:grpSpPr>
        <p:sp>
          <p:nvSpPr>
            <p:cNvPr id="819" name="Google Shape;819;p1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20" name="Google Shape;820;p13"/>
            <p:cNvGrpSpPr/>
            <p:nvPr/>
          </p:nvGrpSpPr>
          <p:grpSpPr>
            <a:xfrm>
              <a:off x="335951" y="4637651"/>
              <a:ext cx="8472099" cy="486325"/>
              <a:chOff x="432948" y="4542401"/>
              <a:chExt cx="8472099" cy="486325"/>
            </a:xfrm>
          </p:grpSpPr>
          <p:sp>
            <p:nvSpPr>
              <p:cNvPr id="821" name="Google Shape;821;p1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1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1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1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1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1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1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1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1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1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1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1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1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1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1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1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1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1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9" name="Google Shape;839;p1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0" name="Google Shape;840;p1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1" name="Google Shape;841;p1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2" name="Google Shape;842;p1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3" name="Google Shape;843;p1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4" name="Google Shape;844;p1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5" name="Google Shape;845;p1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6" name="Google Shape;846;p1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7" name="Google Shape;847;p1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1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9" name="Google Shape;849;p1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0" name="Google Shape;850;p1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1" name="Google Shape;851;p1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2" name="Google Shape;852;p1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3" name="Google Shape;853;p1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1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5" name="Google Shape;855;p1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6" name="Google Shape;856;p1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1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858" name="Google Shape;858;p13"/>
          <p:cNvGrpSpPr/>
          <p:nvPr/>
        </p:nvGrpSpPr>
        <p:grpSpPr>
          <a:xfrm>
            <a:off x="218545" y="4967736"/>
            <a:ext cx="434604" cy="915968"/>
            <a:chOff x="659672" y="1912000"/>
            <a:chExt cx="262823" cy="553923"/>
          </a:xfrm>
        </p:grpSpPr>
        <p:sp>
          <p:nvSpPr>
            <p:cNvPr id="859" name="Google Shape;859;p1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0" name="Google Shape;860;p1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61" name="Google Shape;861;p13"/>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62" name="Google Shape;862;p13"/>
          <p:cNvSpPr txBox="1">
            <a:spLocks noGrp="1"/>
          </p:cNvSpPr>
          <p:nvPr>
            <p:ph type="title" idx="2" hasCustomPrompt="1"/>
          </p:nvPr>
        </p:nvSpPr>
        <p:spPr>
          <a:xfrm>
            <a:off x="1312267" y="1698733"/>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3" name="Google Shape;863;p13"/>
          <p:cNvSpPr txBox="1">
            <a:spLocks noGrp="1"/>
          </p:cNvSpPr>
          <p:nvPr>
            <p:ph type="title" idx="3" hasCustomPrompt="1"/>
          </p:nvPr>
        </p:nvSpPr>
        <p:spPr>
          <a:xfrm>
            <a:off x="1312267" y="3098808"/>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4" name="Google Shape;864;p13"/>
          <p:cNvSpPr txBox="1">
            <a:spLocks noGrp="1"/>
          </p:cNvSpPr>
          <p:nvPr>
            <p:ph type="subTitle" idx="1"/>
          </p:nvPr>
        </p:nvSpPr>
        <p:spPr>
          <a:xfrm>
            <a:off x="1312267" y="2167631"/>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5" name="Google Shape;865;p13"/>
          <p:cNvSpPr txBox="1">
            <a:spLocks noGrp="1"/>
          </p:cNvSpPr>
          <p:nvPr>
            <p:ph type="subTitle" idx="4"/>
          </p:nvPr>
        </p:nvSpPr>
        <p:spPr>
          <a:xfrm>
            <a:off x="1312267" y="356767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6" name="Google Shape;866;p13"/>
          <p:cNvSpPr txBox="1">
            <a:spLocks noGrp="1"/>
          </p:cNvSpPr>
          <p:nvPr>
            <p:ph type="title" idx="5" hasCustomPrompt="1"/>
          </p:nvPr>
        </p:nvSpPr>
        <p:spPr>
          <a:xfrm>
            <a:off x="1312267" y="4498867"/>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7" name="Google Shape;867;p13"/>
          <p:cNvSpPr txBox="1">
            <a:spLocks noGrp="1"/>
          </p:cNvSpPr>
          <p:nvPr>
            <p:ph type="subTitle" idx="6"/>
          </p:nvPr>
        </p:nvSpPr>
        <p:spPr>
          <a:xfrm>
            <a:off x="1312267" y="496773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68" name="Google Shape;868;p13"/>
          <p:cNvSpPr txBox="1">
            <a:spLocks noGrp="1"/>
          </p:cNvSpPr>
          <p:nvPr>
            <p:ph type="title" idx="7" hasCustomPrompt="1"/>
          </p:nvPr>
        </p:nvSpPr>
        <p:spPr>
          <a:xfrm>
            <a:off x="4997633" y="1698733"/>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69" name="Google Shape;869;p13"/>
          <p:cNvSpPr txBox="1">
            <a:spLocks noGrp="1"/>
          </p:cNvSpPr>
          <p:nvPr>
            <p:ph type="title" idx="8" hasCustomPrompt="1"/>
          </p:nvPr>
        </p:nvSpPr>
        <p:spPr>
          <a:xfrm>
            <a:off x="4997633" y="3098808"/>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70" name="Google Shape;870;p13"/>
          <p:cNvSpPr txBox="1">
            <a:spLocks noGrp="1"/>
          </p:cNvSpPr>
          <p:nvPr>
            <p:ph type="subTitle" idx="9"/>
          </p:nvPr>
        </p:nvSpPr>
        <p:spPr>
          <a:xfrm>
            <a:off x="4997633" y="2167631"/>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71" name="Google Shape;871;p13"/>
          <p:cNvSpPr txBox="1">
            <a:spLocks noGrp="1"/>
          </p:cNvSpPr>
          <p:nvPr>
            <p:ph type="subTitle" idx="13"/>
          </p:nvPr>
        </p:nvSpPr>
        <p:spPr>
          <a:xfrm>
            <a:off x="4997633" y="356767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872" name="Google Shape;872;p13"/>
          <p:cNvSpPr txBox="1">
            <a:spLocks noGrp="1"/>
          </p:cNvSpPr>
          <p:nvPr>
            <p:ph type="title" idx="14" hasCustomPrompt="1"/>
          </p:nvPr>
        </p:nvSpPr>
        <p:spPr>
          <a:xfrm>
            <a:off x="4997633" y="4498867"/>
            <a:ext cx="1254000" cy="5172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2400"/>
              <a:buNone/>
              <a:defRPr>
                <a:solidFill>
                  <a:schemeClr val="accent1"/>
                </a:solidFill>
              </a:defRPr>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873" name="Google Shape;873;p13"/>
          <p:cNvSpPr txBox="1">
            <a:spLocks noGrp="1"/>
          </p:cNvSpPr>
          <p:nvPr>
            <p:ph type="subTitle" idx="15"/>
          </p:nvPr>
        </p:nvSpPr>
        <p:spPr>
          <a:xfrm>
            <a:off x="4997633" y="4967733"/>
            <a:ext cx="3560000" cy="5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37659334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
  <p:cSld name="Title and text ">
    <p:spTree>
      <p:nvGrpSpPr>
        <p:cNvPr id="1" name="Shape 874"/>
        <p:cNvGrpSpPr/>
        <p:nvPr/>
      </p:nvGrpSpPr>
      <p:grpSpPr>
        <a:xfrm>
          <a:off x="0" y="0"/>
          <a:ext cx="0" cy="0"/>
          <a:chOff x="0" y="0"/>
          <a:chExt cx="0" cy="0"/>
        </a:xfrm>
      </p:grpSpPr>
      <p:sp>
        <p:nvSpPr>
          <p:cNvPr id="875" name="Google Shape;875;p14"/>
          <p:cNvSpPr txBox="1">
            <a:spLocks noGrp="1"/>
          </p:cNvSpPr>
          <p:nvPr>
            <p:ph type="title"/>
          </p:nvPr>
        </p:nvSpPr>
        <p:spPr>
          <a:xfrm>
            <a:off x="1430133" y="761100"/>
            <a:ext cx="4078400" cy="763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876" name="Google Shape;876;p14"/>
          <p:cNvSpPr txBox="1">
            <a:spLocks noGrp="1"/>
          </p:cNvSpPr>
          <p:nvPr>
            <p:ph type="subTitle" idx="1"/>
          </p:nvPr>
        </p:nvSpPr>
        <p:spPr>
          <a:xfrm>
            <a:off x="1430133" y="1423100"/>
            <a:ext cx="4078400" cy="11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877" name="Google Shape;877;p14"/>
          <p:cNvSpPr>
            <a:spLocks noGrp="1"/>
          </p:cNvSpPr>
          <p:nvPr>
            <p:ph type="pic" idx="2"/>
          </p:nvPr>
        </p:nvSpPr>
        <p:spPr>
          <a:xfrm>
            <a:off x="6448733" y="761089"/>
            <a:ext cx="4547200" cy="5154400"/>
          </a:xfrm>
          <a:prstGeom prst="rect">
            <a:avLst/>
          </a:prstGeom>
          <a:noFill/>
          <a:ln>
            <a:noFill/>
          </a:ln>
        </p:spPr>
      </p:sp>
      <p:sp>
        <p:nvSpPr>
          <p:cNvPr id="878" name="Google Shape;878;p14"/>
          <p:cNvSpPr>
            <a:spLocks noGrp="1"/>
          </p:cNvSpPr>
          <p:nvPr>
            <p:ph type="pic" idx="3"/>
          </p:nvPr>
        </p:nvSpPr>
        <p:spPr>
          <a:xfrm>
            <a:off x="1195733" y="3046689"/>
            <a:ext cx="4547200" cy="2868800"/>
          </a:xfrm>
          <a:prstGeom prst="rect">
            <a:avLst/>
          </a:prstGeom>
          <a:noFill/>
          <a:ln>
            <a:noFill/>
          </a:ln>
        </p:spPr>
      </p:sp>
      <p:grpSp>
        <p:nvGrpSpPr>
          <p:cNvPr id="879" name="Google Shape;879;p14"/>
          <p:cNvGrpSpPr/>
          <p:nvPr/>
        </p:nvGrpSpPr>
        <p:grpSpPr>
          <a:xfrm>
            <a:off x="9912366" y="-451455"/>
            <a:ext cx="2951401" cy="1135736"/>
            <a:chOff x="3352611" y="546734"/>
            <a:chExt cx="2213551" cy="851802"/>
          </a:xfrm>
        </p:grpSpPr>
        <p:sp>
          <p:nvSpPr>
            <p:cNvPr id="880" name="Google Shape;880;p1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881" name="Google Shape;881;p14"/>
            <p:cNvGrpSpPr/>
            <p:nvPr/>
          </p:nvGrpSpPr>
          <p:grpSpPr>
            <a:xfrm>
              <a:off x="3352611" y="546734"/>
              <a:ext cx="2077576" cy="851802"/>
              <a:chOff x="3352611" y="546734"/>
              <a:chExt cx="2077576" cy="851802"/>
            </a:xfrm>
          </p:grpSpPr>
          <p:sp>
            <p:nvSpPr>
              <p:cNvPr id="882" name="Google Shape;882;p1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1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1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1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1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1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1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1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0" name="Google Shape;890;p1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891" name="Google Shape;891;p14"/>
          <p:cNvGrpSpPr/>
          <p:nvPr/>
        </p:nvGrpSpPr>
        <p:grpSpPr>
          <a:xfrm flipH="1">
            <a:off x="11241201" y="2718039"/>
            <a:ext cx="2311672" cy="597828"/>
            <a:chOff x="279488" y="3058414"/>
            <a:chExt cx="1733754" cy="448371"/>
          </a:xfrm>
        </p:grpSpPr>
        <p:sp>
          <p:nvSpPr>
            <p:cNvPr id="892" name="Google Shape;892;p1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1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1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5" name="Google Shape;895;p1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6" name="Google Shape;896;p1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7" name="Google Shape;897;p1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8" name="Google Shape;898;p1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9" name="Google Shape;899;p1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0" name="Google Shape;900;p14"/>
          <p:cNvGrpSpPr/>
          <p:nvPr/>
        </p:nvGrpSpPr>
        <p:grpSpPr>
          <a:xfrm flipH="1">
            <a:off x="-953810" y="4091529"/>
            <a:ext cx="2012311" cy="520409"/>
            <a:chOff x="279488" y="3058414"/>
            <a:chExt cx="1733754" cy="448371"/>
          </a:xfrm>
        </p:grpSpPr>
        <p:sp>
          <p:nvSpPr>
            <p:cNvPr id="901" name="Google Shape;901;p14"/>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14"/>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14"/>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14"/>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14"/>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14"/>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14"/>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14"/>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09" name="Google Shape;909;p14"/>
          <p:cNvGrpSpPr/>
          <p:nvPr/>
        </p:nvGrpSpPr>
        <p:grpSpPr>
          <a:xfrm>
            <a:off x="5313642" y="66471"/>
            <a:ext cx="1189765" cy="501384"/>
            <a:chOff x="605081" y="4084003"/>
            <a:chExt cx="892324" cy="376038"/>
          </a:xfrm>
        </p:grpSpPr>
        <p:sp>
          <p:nvSpPr>
            <p:cNvPr id="910" name="Google Shape;910;p14"/>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14"/>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14"/>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14"/>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14"/>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15" name="Google Shape;915;p14"/>
          <p:cNvSpPr/>
          <p:nvPr/>
        </p:nvSpPr>
        <p:spPr>
          <a:xfrm>
            <a:off x="-2574234" y="5349651"/>
            <a:ext cx="17094067" cy="2637933"/>
          </a:xfrm>
          <a:custGeom>
            <a:avLst/>
            <a:gdLst/>
            <a:ahLst/>
            <a:cxnLst/>
            <a:rect l="l" t="t" r="r" b="b"/>
            <a:pathLst>
              <a:path w="512822" h="79138" extrusionOk="0">
                <a:moveTo>
                  <a:pt x="483346" y="14905"/>
                </a:moveTo>
                <a:cubicBezTo>
                  <a:pt x="478306" y="6610"/>
                  <a:pt x="474629" y="19582"/>
                  <a:pt x="453107" y="20689"/>
                </a:cubicBezTo>
                <a:cubicBezTo>
                  <a:pt x="431585" y="21796"/>
                  <a:pt x="393555" y="21072"/>
                  <a:pt x="354213" y="21548"/>
                </a:cubicBezTo>
                <a:cubicBezTo>
                  <a:pt x="314871" y="22024"/>
                  <a:pt x="251371" y="23146"/>
                  <a:pt x="217053" y="23543"/>
                </a:cubicBezTo>
                <a:cubicBezTo>
                  <a:pt x="182735" y="23940"/>
                  <a:pt x="178316" y="24305"/>
                  <a:pt x="148307" y="23931"/>
                </a:cubicBezTo>
                <a:cubicBezTo>
                  <a:pt x="118298" y="23557"/>
                  <a:pt x="58561" y="24982"/>
                  <a:pt x="36999" y="21299"/>
                </a:cubicBezTo>
                <a:cubicBezTo>
                  <a:pt x="15437" y="17616"/>
                  <a:pt x="21945" y="-6795"/>
                  <a:pt x="18934" y="1834"/>
                </a:cubicBezTo>
                <a:cubicBezTo>
                  <a:pt x="15923" y="10463"/>
                  <a:pt x="15537" y="60764"/>
                  <a:pt x="18934" y="73073"/>
                </a:cubicBezTo>
                <a:cubicBezTo>
                  <a:pt x="22332" y="85382"/>
                  <a:pt x="-37344" y="75034"/>
                  <a:pt x="39319" y="75687"/>
                </a:cubicBezTo>
                <a:cubicBezTo>
                  <a:pt x="115983" y="76341"/>
                  <a:pt x="404911" y="77866"/>
                  <a:pt x="478915" y="76994"/>
                </a:cubicBezTo>
                <a:cubicBezTo>
                  <a:pt x="552920" y="76123"/>
                  <a:pt x="482608" y="80806"/>
                  <a:pt x="483346" y="70458"/>
                </a:cubicBezTo>
                <a:cubicBezTo>
                  <a:pt x="484085" y="60110"/>
                  <a:pt x="488386" y="23200"/>
                  <a:pt x="483346" y="14905"/>
                </a:cubicBezTo>
                <a:close/>
              </a:path>
            </a:pathLst>
          </a:custGeom>
          <a:solidFill>
            <a:srgbClr val="A9874B">
              <a:alpha val="33930"/>
            </a:srgbClr>
          </a:solidFill>
          <a:ln>
            <a:noFill/>
          </a:ln>
        </p:spPr>
      </p:sp>
      <p:sp>
        <p:nvSpPr>
          <p:cNvPr id="916" name="Google Shape;916;p14"/>
          <p:cNvSpPr/>
          <p:nvPr/>
        </p:nvSpPr>
        <p:spPr>
          <a:xfrm>
            <a:off x="-1618128" y="5517987"/>
            <a:ext cx="15528800" cy="2669367"/>
          </a:xfrm>
          <a:custGeom>
            <a:avLst/>
            <a:gdLst/>
            <a:ahLst/>
            <a:cxnLst/>
            <a:rect l="l" t="t" r="r" b="b"/>
            <a:pathLst>
              <a:path w="465864" h="80081" extrusionOk="0">
                <a:moveTo>
                  <a:pt x="26777" y="15848"/>
                </a:moveTo>
                <a:cubicBezTo>
                  <a:pt x="32512" y="6610"/>
                  <a:pt x="37702" y="14338"/>
                  <a:pt x="61185" y="15972"/>
                </a:cubicBezTo>
                <a:cubicBezTo>
                  <a:pt x="84668" y="17606"/>
                  <a:pt x="136373" y="25782"/>
                  <a:pt x="167674" y="25652"/>
                </a:cubicBezTo>
                <a:cubicBezTo>
                  <a:pt x="198975" y="25522"/>
                  <a:pt x="222825" y="16175"/>
                  <a:pt x="248992" y="15194"/>
                </a:cubicBezTo>
                <a:cubicBezTo>
                  <a:pt x="275159" y="14214"/>
                  <a:pt x="294503" y="19801"/>
                  <a:pt x="324674" y="19769"/>
                </a:cubicBezTo>
                <a:cubicBezTo>
                  <a:pt x="354846" y="19737"/>
                  <a:pt x="409356" y="17834"/>
                  <a:pt x="430021" y="15002"/>
                </a:cubicBezTo>
                <a:cubicBezTo>
                  <a:pt x="450686" y="12170"/>
                  <a:pt x="445557" y="-7059"/>
                  <a:pt x="448664" y="2777"/>
                </a:cubicBezTo>
                <a:cubicBezTo>
                  <a:pt x="451771" y="12613"/>
                  <a:pt x="451750" y="61707"/>
                  <a:pt x="448664" y="74016"/>
                </a:cubicBezTo>
                <a:cubicBezTo>
                  <a:pt x="445578" y="86325"/>
                  <a:pt x="499790" y="75977"/>
                  <a:pt x="430146" y="76630"/>
                </a:cubicBezTo>
                <a:cubicBezTo>
                  <a:pt x="360502" y="77284"/>
                  <a:pt x="98030" y="78809"/>
                  <a:pt x="30802" y="77937"/>
                </a:cubicBezTo>
                <a:cubicBezTo>
                  <a:pt x="-36426" y="77066"/>
                  <a:pt x="27448" y="81749"/>
                  <a:pt x="26777" y="71401"/>
                </a:cubicBezTo>
                <a:cubicBezTo>
                  <a:pt x="26106" y="61053"/>
                  <a:pt x="21042" y="25086"/>
                  <a:pt x="26777" y="15848"/>
                </a:cubicBezTo>
                <a:close/>
              </a:path>
            </a:pathLst>
          </a:custGeom>
          <a:solidFill>
            <a:schemeClr val="dk2"/>
          </a:solidFill>
          <a:ln>
            <a:noFill/>
          </a:ln>
        </p:spPr>
      </p:sp>
      <p:grpSp>
        <p:nvGrpSpPr>
          <p:cNvPr id="917" name="Google Shape;917;p14"/>
          <p:cNvGrpSpPr/>
          <p:nvPr/>
        </p:nvGrpSpPr>
        <p:grpSpPr>
          <a:xfrm>
            <a:off x="11141422" y="5410148"/>
            <a:ext cx="493249" cy="728643"/>
            <a:chOff x="-287452" y="1948281"/>
            <a:chExt cx="325850" cy="481355"/>
          </a:xfrm>
        </p:grpSpPr>
        <p:sp>
          <p:nvSpPr>
            <p:cNvPr id="918" name="Google Shape;918;p1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9" name="Google Shape;919;p1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0" name="Google Shape;920;p1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1" name="Google Shape;921;p1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22" name="Google Shape;922;p14"/>
          <p:cNvGrpSpPr/>
          <p:nvPr/>
        </p:nvGrpSpPr>
        <p:grpSpPr>
          <a:xfrm>
            <a:off x="-27200" y="6183535"/>
            <a:ext cx="12246400" cy="686699"/>
            <a:chOff x="-20400" y="4637651"/>
            <a:chExt cx="9184800" cy="515024"/>
          </a:xfrm>
        </p:grpSpPr>
        <p:sp>
          <p:nvSpPr>
            <p:cNvPr id="923" name="Google Shape;923;p1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24" name="Google Shape;924;p14"/>
            <p:cNvGrpSpPr/>
            <p:nvPr/>
          </p:nvGrpSpPr>
          <p:grpSpPr>
            <a:xfrm>
              <a:off x="335951" y="4637651"/>
              <a:ext cx="8472099" cy="486325"/>
              <a:chOff x="432948" y="4542401"/>
              <a:chExt cx="8472099" cy="486325"/>
            </a:xfrm>
          </p:grpSpPr>
          <p:sp>
            <p:nvSpPr>
              <p:cNvPr id="925" name="Google Shape;925;p1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6" name="Google Shape;926;p1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7" name="Google Shape;927;p1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8" name="Google Shape;928;p1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1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1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1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1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1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4" name="Google Shape;934;p1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5" name="Google Shape;935;p1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6" name="Google Shape;936;p1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7" name="Google Shape;937;p1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8" name="Google Shape;938;p1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9" name="Google Shape;939;p1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0" name="Google Shape;940;p1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1" name="Google Shape;941;p1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2" name="Google Shape;942;p1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3" name="Google Shape;943;p1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4" name="Google Shape;944;p1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5" name="Google Shape;945;p1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1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1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1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1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1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1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1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1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4" name="Google Shape;954;p1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5" name="Google Shape;955;p1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1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1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1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1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1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1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962" name="Google Shape;962;p14"/>
          <p:cNvGrpSpPr/>
          <p:nvPr/>
        </p:nvGrpSpPr>
        <p:grpSpPr>
          <a:xfrm>
            <a:off x="375960" y="5301411"/>
            <a:ext cx="391536" cy="825199"/>
            <a:chOff x="659672" y="1912000"/>
            <a:chExt cx="262823" cy="553923"/>
          </a:xfrm>
        </p:grpSpPr>
        <p:sp>
          <p:nvSpPr>
            <p:cNvPr id="963" name="Google Shape;963;p1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1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65" name="Google Shape;965;p14"/>
          <p:cNvGrpSpPr/>
          <p:nvPr/>
        </p:nvGrpSpPr>
        <p:grpSpPr>
          <a:xfrm>
            <a:off x="-1365967" y="-98355"/>
            <a:ext cx="2951401" cy="1135736"/>
            <a:chOff x="3352611" y="546734"/>
            <a:chExt cx="2213551" cy="851802"/>
          </a:xfrm>
        </p:grpSpPr>
        <p:sp>
          <p:nvSpPr>
            <p:cNvPr id="966" name="Google Shape;966;p1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67" name="Google Shape;967;p14"/>
            <p:cNvGrpSpPr/>
            <p:nvPr/>
          </p:nvGrpSpPr>
          <p:grpSpPr>
            <a:xfrm>
              <a:off x="3352611" y="546734"/>
              <a:ext cx="2077576" cy="851802"/>
              <a:chOff x="3352611" y="546734"/>
              <a:chExt cx="2077576" cy="851802"/>
            </a:xfrm>
          </p:grpSpPr>
          <p:sp>
            <p:nvSpPr>
              <p:cNvPr id="968" name="Google Shape;968;p1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9" name="Google Shape;969;p1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0" name="Google Shape;970;p1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1" name="Google Shape;971;p1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2" name="Google Shape;972;p1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3" name="Google Shape;973;p1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4" name="Google Shape;974;p1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1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1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6398389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977"/>
        <p:cNvGrpSpPr/>
        <p:nvPr/>
      </p:nvGrpSpPr>
      <p:grpSpPr>
        <a:xfrm>
          <a:off x="0" y="0"/>
          <a:ext cx="0" cy="0"/>
          <a:chOff x="0" y="0"/>
          <a:chExt cx="0" cy="0"/>
        </a:xfrm>
      </p:grpSpPr>
      <p:sp>
        <p:nvSpPr>
          <p:cNvPr id="978" name="Google Shape;978;p15"/>
          <p:cNvSpPr txBox="1">
            <a:spLocks noGrp="1"/>
          </p:cNvSpPr>
          <p:nvPr>
            <p:ph type="title"/>
          </p:nvPr>
        </p:nvSpPr>
        <p:spPr>
          <a:xfrm>
            <a:off x="4290449" y="1592900"/>
            <a:ext cx="6658400" cy="763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79" name="Google Shape;979;p15"/>
          <p:cNvSpPr txBox="1">
            <a:spLocks noGrp="1"/>
          </p:cNvSpPr>
          <p:nvPr>
            <p:ph type="subTitle" idx="1"/>
          </p:nvPr>
        </p:nvSpPr>
        <p:spPr>
          <a:xfrm>
            <a:off x="4290500" y="2356519"/>
            <a:ext cx="6658400" cy="250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AutoNum type="arabicPeriod"/>
              <a:defRPr sz="1600"/>
            </a:lvl1pPr>
            <a:lvl2pPr lvl="1" algn="ctr" rtl="0">
              <a:lnSpc>
                <a:spcPct val="100000"/>
              </a:lnSpc>
              <a:spcBef>
                <a:spcPts val="1333"/>
              </a:spcBef>
              <a:spcAft>
                <a:spcPts val="0"/>
              </a:spcAft>
              <a:buSzPts val="1400"/>
              <a:buAutoNum type="alphaLcPeriod"/>
              <a:defRPr/>
            </a:lvl2pPr>
            <a:lvl3pPr lvl="2" algn="ctr" rtl="0">
              <a:lnSpc>
                <a:spcPct val="100000"/>
              </a:lnSpc>
              <a:spcBef>
                <a:spcPts val="2133"/>
              </a:spcBef>
              <a:spcAft>
                <a:spcPts val="0"/>
              </a:spcAft>
              <a:buSzPts val="1400"/>
              <a:buAutoNum type="romanLcPeriod"/>
              <a:defRPr/>
            </a:lvl3pPr>
            <a:lvl4pPr lvl="3" algn="ctr" rtl="0">
              <a:lnSpc>
                <a:spcPct val="100000"/>
              </a:lnSpc>
              <a:spcBef>
                <a:spcPts val="2133"/>
              </a:spcBef>
              <a:spcAft>
                <a:spcPts val="0"/>
              </a:spcAft>
              <a:buSzPts val="1400"/>
              <a:buAutoNum type="arabicPeriod"/>
              <a:defRPr/>
            </a:lvl4pPr>
            <a:lvl5pPr lvl="4" algn="ctr" rtl="0">
              <a:lnSpc>
                <a:spcPct val="100000"/>
              </a:lnSpc>
              <a:spcBef>
                <a:spcPts val="2133"/>
              </a:spcBef>
              <a:spcAft>
                <a:spcPts val="0"/>
              </a:spcAft>
              <a:buSzPts val="1400"/>
              <a:buAutoNum type="alphaLcPeriod"/>
              <a:defRPr/>
            </a:lvl5pPr>
            <a:lvl6pPr lvl="5" algn="ctr" rtl="0">
              <a:lnSpc>
                <a:spcPct val="100000"/>
              </a:lnSpc>
              <a:spcBef>
                <a:spcPts val="2133"/>
              </a:spcBef>
              <a:spcAft>
                <a:spcPts val="0"/>
              </a:spcAft>
              <a:buSzPts val="1400"/>
              <a:buAutoNum type="romanLcPeriod"/>
              <a:defRPr/>
            </a:lvl6pPr>
            <a:lvl7pPr lvl="6" algn="ctr" rtl="0">
              <a:lnSpc>
                <a:spcPct val="100000"/>
              </a:lnSpc>
              <a:spcBef>
                <a:spcPts val="2133"/>
              </a:spcBef>
              <a:spcAft>
                <a:spcPts val="0"/>
              </a:spcAft>
              <a:buSzPts val="1400"/>
              <a:buAutoNum type="arabicPeriod"/>
              <a:defRPr/>
            </a:lvl7pPr>
            <a:lvl8pPr lvl="7" algn="ctr" rtl="0">
              <a:lnSpc>
                <a:spcPct val="100000"/>
              </a:lnSpc>
              <a:spcBef>
                <a:spcPts val="2133"/>
              </a:spcBef>
              <a:spcAft>
                <a:spcPts val="0"/>
              </a:spcAft>
              <a:buSzPts val="1400"/>
              <a:buAutoNum type="alphaLcPeriod"/>
              <a:defRPr/>
            </a:lvl8pPr>
            <a:lvl9pPr lvl="8" algn="ctr" rtl="0">
              <a:lnSpc>
                <a:spcPct val="100000"/>
              </a:lnSpc>
              <a:spcBef>
                <a:spcPts val="2133"/>
              </a:spcBef>
              <a:spcAft>
                <a:spcPts val="2133"/>
              </a:spcAft>
              <a:buSzPts val="1400"/>
              <a:buAutoNum type="romanLcPeriod"/>
              <a:defRPr/>
            </a:lvl9pPr>
          </a:lstStyle>
          <a:p>
            <a:r>
              <a:rPr lang="en-US"/>
              <a:t>Click to edit Master subtitle style</a:t>
            </a:r>
            <a:endParaRPr/>
          </a:p>
        </p:txBody>
      </p:sp>
      <p:sp>
        <p:nvSpPr>
          <p:cNvPr id="980" name="Google Shape;980;p15"/>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981" name="Google Shape;981;p15"/>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982" name="Google Shape;982;p15"/>
          <p:cNvGrpSpPr/>
          <p:nvPr/>
        </p:nvGrpSpPr>
        <p:grpSpPr>
          <a:xfrm>
            <a:off x="5936089" y="5454981"/>
            <a:ext cx="493249" cy="728643"/>
            <a:chOff x="-287452" y="1948281"/>
            <a:chExt cx="325850" cy="481355"/>
          </a:xfrm>
        </p:grpSpPr>
        <p:sp>
          <p:nvSpPr>
            <p:cNvPr id="983" name="Google Shape;983;p15"/>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15"/>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15"/>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15"/>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7" name="Google Shape;987;p15"/>
          <p:cNvGrpSpPr/>
          <p:nvPr/>
        </p:nvGrpSpPr>
        <p:grpSpPr>
          <a:xfrm>
            <a:off x="11532179" y="4951348"/>
            <a:ext cx="493231" cy="1039529"/>
            <a:chOff x="659672" y="1912000"/>
            <a:chExt cx="262823" cy="553923"/>
          </a:xfrm>
        </p:grpSpPr>
        <p:sp>
          <p:nvSpPr>
            <p:cNvPr id="988" name="Google Shape;988;p1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9" name="Google Shape;989;p1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90" name="Google Shape;990;p15"/>
          <p:cNvGrpSpPr/>
          <p:nvPr/>
        </p:nvGrpSpPr>
        <p:grpSpPr>
          <a:xfrm>
            <a:off x="-27200" y="6183535"/>
            <a:ext cx="12246400" cy="686699"/>
            <a:chOff x="-20400" y="4637651"/>
            <a:chExt cx="9184800" cy="515024"/>
          </a:xfrm>
        </p:grpSpPr>
        <p:sp>
          <p:nvSpPr>
            <p:cNvPr id="991" name="Google Shape;991;p1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992" name="Google Shape;992;p15"/>
            <p:cNvGrpSpPr/>
            <p:nvPr/>
          </p:nvGrpSpPr>
          <p:grpSpPr>
            <a:xfrm>
              <a:off x="335951" y="4637651"/>
              <a:ext cx="8472099" cy="486325"/>
              <a:chOff x="432948" y="4542401"/>
              <a:chExt cx="8472099" cy="486325"/>
            </a:xfrm>
          </p:grpSpPr>
          <p:sp>
            <p:nvSpPr>
              <p:cNvPr id="993" name="Google Shape;993;p1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1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1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1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1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1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1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1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1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1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1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1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1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1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1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8" name="Google Shape;1008;p1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9" name="Google Shape;1009;p1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0" name="Google Shape;1010;p1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1" name="Google Shape;1011;p1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2" name="Google Shape;1012;p1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3" name="Google Shape;1013;p1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4" name="Google Shape;1014;p1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5" name="Google Shape;1015;p1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6" name="Google Shape;1016;p1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7" name="Google Shape;1017;p1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8" name="Google Shape;1018;p1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9" name="Google Shape;1019;p1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0" name="Google Shape;1020;p1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1" name="Google Shape;1021;p1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2" name="Google Shape;1022;p1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3" name="Google Shape;1023;p1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4" name="Google Shape;1024;p1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5" name="Google Shape;1025;p1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6" name="Google Shape;1026;p1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7" name="Google Shape;1027;p1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1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1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30" name="Google Shape;1030;p15"/>
          <p:cNvGrpSpPr/>
          <p:nvPr/>
        </p:nvGrpSpPr>
        <p:grpSpPr>
          <a:xfrm>
            <a:off x="218543" y="5058511"/>
            <a:ext cx="391536" cy="825199"/>
            <a:chOff x="659672" y="1912000"/>
            <a:chExt cx="262823" cy="553923"/>
          </a:xfrm>
        </p:grpSpPr>
        <p:sp>
          <p:nvSpPr>
            <p:cNvPr id="1031" name="Google Shape;1031;p1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1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33" name="Google Shape;1033;p15"/>
          <p:cNvGrpSpPr/>
          <p:nvPr/>
        </p:nvGrpSpPr>
        <p:grpSpPr>
          <a:xfrm>
            <a:off x="6629815" y="-68388"/>
            <a:ext cx="2951401" cy="1135736"/>
            <a:chOff x="3352611" y="546734"/>
            <a:chExt cx="2213551" cy="851802"/>
          </a:xfrm>
        </p:grpSpPr>
        <p:sp>
          <p:nvSpPr>
            <p:cNvPr id="1034" name="Google Shape;1034;p15"/>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35" name="Google Shape;1035;p15"/>
            <p:cNvGrpSpPr/>
            <p:nvPr/>
          </p:nvGrpSpPr>
          <p:grpSpPr>
            <a:xfrm>
              <a:off x="3352611" y="546734"/>
              <a:ext cx="2077576" cy="851802"/>
              <a:chOff x="3352611" y="546734"/>
              <a:chExt cx="2077576" cy="851802"/>
            </a:xfrm>
          </p:grpSpPr>
          <p:sp>
            <p:nvSpPr>
              <p:cNvPr id="1036" name="Google Shape;1036;p15"/>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15"/>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15"/>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15"/>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15"/>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15"/>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15"/>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15"/>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15"/>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45" name="Google Shape;1045;p15"/>
          <p:cNvGrpSpPr/>
          <p:nvPr/>
        </p:nvGrpSpPr>
        <p:grpSpPr>
          <a:xfrm>
            <a:off x="-182071" y="-191961"/>
            <a:ext cx="1536100" cy="1062463"/>
            <a:chOff x="605071" y="918504"/>
            <a:chExt cx="1152075" cy="796847"/>
          </a:xfrm>
        </p:grpSpPr>
        <p:sp>
          <p:nvSpPr>
            <p:cNvPr id="1046" name="Google Shape;1046;p15"/>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15"/>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15"/>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15"/>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50" name="Google Shape;1050;p15"/>
          <p:cNvGrpSpPr/>
          <p:nvPr/>
        </p:nvGrpSpPr>
        <p:grpSpPr>
          <a:xfrm>
            <a:off x="11241195" y="3358865"/>
            <a:ext cx="2131459" cy="1005080"/>
            <a:chOff x="6734221" y="539399"/>
            <a:chExt cx="1598594" cy="753810"/>
          </a:xfrm>
        </p:grpSpPr>
        <p:sp>
          <p:nvSpPr>
            <p:cNvPr id="1051" name="Google Shape;1051;p1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1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1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1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1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1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1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1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9" name="Google Shape;1059;p1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966113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060"/>
        <p:cNvGrpSpPr/>
        <p:nvPr/>
      </p:nvGrpSpPr>
      <p:grpSpPr>
        <a:xfrm>
          <a:off x="0" y="0"/>
          <a:ext cx="0" cy="0"/>
          <a:chOff x="0" y="0"/>
          <a:chExt cx="0" cy="0"/>
        </a:xfrm>
      </p:grpSpPr>
      <p:sp>
        <p:nvSpPr>
          <p:cNvPr id="1061" name="Google Shape;1061;p16"/>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62" name="Google Shape;1062;p16"/>
          <p:cNvSpPr txBox="1">
            <a:spLocks noGrp="1"/>
          </p:cNvSpPr>
          <p:nvPr>
            <p:ph type="body" idx="1"/>
          </p:nvPr>
        </p:nvSpPr>
        <p:spPr>
          <a:xfrm>
            <a:off x="960000" y="1621000"/>
            <a:ext cx="10272000" cy="2068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dk1"/>
              </a:buClr>
              <a:buSzPts val="1200"/>
              <a:buChar char="●"/>
              <a:defRPr sz="1600">
                <a:solidFill>
                  <a:schemeClr val="dk1"/>
                </a:solidFill>
              </a:defRPr>
            </a:lvl1pPr>
            <a:lvl2pPr marL="1219170" lvl="1"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2pPr>
            <a:lvl3pPr marL="1828754" lvl="2"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3pPr>
            <a:lvl4pPr marL="2438339" lvl="3"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4pPr>
            <a:lvl5pPr marL="3047924" lvl="4"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5pPr>
            <a:lvl6pPr marL="3657509" lvl="5"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6pPr>
            <a:lvl7pPr marL="4267093" lvl="6"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7pPr>
            <a:lvl8pPr marL="4876678" lvl="7" indent="-406390" rtl="0">
              <a:lnSpc>
                <a:spcPct val="115000"/>
              </a:lnSpc>
              <a:spcBef>
                <a:spcPts val="2133"/>
              </a:spcBef>
              <a:spcAft>
                <a:spcPts val="0"/>
              </a:spcAft>
              <a:buClr>
                <a:schemeClr val="dk1"/>
              </a:buClr>
              <a:buSzPts val="1200"/>
              <a:buFont typeface="Roboto Condensed Light"/>
              <a:buChar char="○"/>
              <a:defRPr sz="1600">
                <a:solidFill>
                  <a:schemeClr val="dk1"/>
                </a:solidFill>
              </a:defRPr>
            </a:lvl8pPr>
            <a:lvl9pPr marL="5486263" lvl="8" indent="-406390" rtl="0">
              <a:lnSpc>
                <a:spcPct val="115000"/>
              </a:lnSpc>
              <a:spcBef>
                <a:spcPts val="2133"/>
              </a:spcBef>
              <a:spcAft>
                <a:spcPts val="2133"/>
              </a:spcAft>
              <a:buClr>
                <a:schemeClr val="dk1"/>
              </a:buClr>
              <a:buSzPts val="1200"/>
              <a:buFont typeface="Roboto Condensed Light"/>
              <a:buChar char="■"/>
              <a:defRPr sz="1600">
                <a:solidFill>
                  <a:schemeClr val="dk1"/>
                </a:solidFill>
              </a:defRPr>
            </a:lvl9pPr>
          </a:lstStyle>
          <a:p>
            <a:pPr lvl="0"/>
            <a:r>
              <a:rPr lang="en-US"/>
              <a:t>Click to edit Master text styles</a:t>
            </a:r>
          </a:p>
        </p:txBody>
      </p:sp>
      <p:grpSp>
        <p:nvGrpSpPr>
          <p:cNvPr id="1063" name="Google Shape;1063;p16"/>
          <p:cNvGrpSpPr/>
          <p:nvPr/>
        </p:nvGrpSpPr>
        <p:grpSpPr>
          <a:xfrm>
            <a:off x="9912366" y="-451455"/>
            <a:ext cx="2951401" cy="1135736"/>
            <a:chOff x="3352611" y="546734"/>
            <a:chExt cx="2213551" cy="851802"/>
          </a:xfrm>
        </p:grpSpPr>
        <p:sp>
          <p:nvSpPr>
            <p:cNvPr id="1064" name="Google Shape;1064;p16"/>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065" name="Google Shape;1065;p16"/>
            <p:cNvGrpSpPr/>
            <p:nvPr/>
          </p:nvGrpSpPr>
          <p:grpSpPr>
            <a:xfrm>
              <a:off x="3352611" y="546734"/>
              <a:ext cx="2077576" cy="851802"/>
              <a:chOff x="3352611" y="546734"/>
              <a:chExt cx="2077576" cy="851802"/>
            </a:xfrm>
          </p:grpSpPr>
          <p:sp>
            <p:nvSpPr>
              <p:cNvPr id="1066" name="Google Shape;1066;p16"/>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16"/>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16"/>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16"/>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16"/>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1" name="Google Shape;1071;p16"/>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2" name="Google Shape;1072;p16"/>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16"/>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16"/>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075" name="Google Shape;1075;p16"/>
          <p:cNvGrpSpPr/>
          <p:nvPr/>
        </p:nvGrpSpPr>
        <p:grpSpPr>
          <a:xfrm flipH="1">
            <a:off x="11241201" y="2718039"/>
            <a:ext cx="2311672" cy="597828"/>
            <a:chOff x="279488" y="3058414"/>
            <a:chExt cx="1733754" cy="448371"/>
          </a:xfrm>
        </p:grpSpPr>
        <p:sp>
          <p:nvSpPr>
            <p:cNvPr id="1076" name="Google Shape;1076;p1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1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1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1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1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1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1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1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84" name="Google Shape;1084;p16"/>
          <p:cNvGrpSpPr/>
          <p:nvPr/>
        </p:nvGrpSpPr>
        <p:grpSpPr>
          <a:xfrm flipH="1">
            <a:off x="-953810" y="4091529"/>
            <a:ext cx="2012311" cy="520409"/>
            <a:chOff x="279488" y="3058414"/>
            <a:chExt cx="1733754" cy="448371"/>
          </a:xfrm>
        </p:grpSpPr>
        <p:sp>
          <p:nvSpPr>
            <p:cNvPr id="1085" name="Google Shape;1085;p1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6" name="Google Shape;1086;p1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7" name="Google Shape;1087;p1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8" name="Google Shape;1088;p1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9" name="Google Shape;1089;p1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0" name="Google Shape;1090;p1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1" name="Google Shape;1091;p1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2" name="Google Shape;1092;p1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93" name="Google Shape;1093;p16"/>
          <p:cNvGrpSpPr/>
          <p:nvPr/>
        </p:nvGrpSpPr>
        <p:grpSpPr>
          <a:xfrm>
            <a:off x="5313642" y="66471"/>
            <a:ext cx="1189765" cy="501384"/>
            <a:chOff x="605081" y="4084003"/>
            <a:chExt cx="892324" cy="376038"/>
          </a:xfrm>
        </p:grpSpPr>
        <p:sp>
          <p:nvSpPr>
            <p:cNvPr id="1094" name="Google Shape;1094;p16"/>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5" name="Google Shape;1095;p16"/>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6" name="Google Shape;1096;p16"/>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7" name="Google Shape;1097;p16"/>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8" name="Google Shape;1098;p16"/>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99" name="Google Shape;1099;p16"/>
          <p:cNvSpPr/>
          <p:nvPr/>
        </p:nvSpPr>
        <p:spPr>
          <a:xfrm>
            <a:off x="-2574234" y="5349651"/>
            <a:ext cx="17094067" cy="2637933"/>
          </a:xfrm>
          <a:custGeom>
            <a:avLst/>
            <a:gdLst/>
            <a:ahLst/>
            <a:cxnLst/>
            <a:rect l="l" t="t" r="r" b="b"/>
            <a:pathLst>
              <a:path w="512822" h="79138" extrusionOk="0">
                <a:moveTo>
                  <a:pt x="483346" y="14905"/>
                </a:moveTo>
                <a:cubicBezTo>
                  <a:pt x="478306" y="6610"/>
                  <a:pt x="474629" y="19582"/>
                  <a:pt x="453107" y="20689"/>
                </a:cubicBezTo>
                <a:cubicBezTo>
                  <a:pt x="431585" y="21796"/>
                  <a:pt x="393555" y="21072"/>
                  <a:pt x="354213" y="21548"/>
                </a:cubicBezTo>
                <a:cubicBezTo>
                  <a:pt x="314871" y="22024"/>
                  <a:pt x="251371" y="23146"/>
                  <a:pt x="217053" y="23543"/>
                </a:cubicBezTo>
                <a:cubicBezTo>
                  <a:pt x="182735" y="23940"/>
                  <a:pt x="178316" y="24305"/>
                  <a:pt x="148307" y="23931"/>
                </a:cubicBezTo>
                <a:cubicBezTo>
                  <a:pt x="118298" y="23557"/>
                  <a:pt x="58561" y="24982"/>
                  <a:pt x="36999" y="21299"/>
                </a:cubicBezTo>
                <a:cubicBezTo>
                  <a:pt x="15437" y="17616"/>
                  <a:pt x="21945" y="-6795"/>
                  <a:pt x="18934" y="1834"/>
                </a:cubicBezTo>
                <a:cubicBezTo>
                  <a:pt x="15923" y="10463"/>
                  <a:pt x="15537" y="60764"/>
                  <a:pt x="18934" y="73073"/>
                </a:cubicBezTo>
                <a:cubicBezTo>
                  <a:pt x="22332" y="85382"/>
                  <a:pt x="-37344" y="75034"/>
                  <a:pt x="39319" y="75687"/>
                </a:cubicBezTo>
                <a:cubicBezTo>
                  <a:pt x="115983" y="76341"/>
                  <a:pt x="404911" y="77866"/>
                  <a:pt x="478915" y="76994"/>
                </a:cubicBezTo>
                <a:cubicBezTo>
                  <a:pt x="552920" y="76123"/>
                  <a:pt x="482608" y="80806"/>
                  <a:pt x="483346" y="70458"/>
                </a:cubicBezTo>
                <a:cubicBezTo>
                  <a:pt x="484085" y="60110"/>
                  <a:pt x="488386" y="23200"/>
                  <a:pt x="483346" y="14905"/>
                </a:cubicBezTo>
                <a:close/>
              </a:path>
            </a:pathLst>
          </a:custGeom>
          <a:solidFill>
            <a:srgbClr val="A9874B">
              <a:alpha val="33930"/>
            </a:srgbClr>
          </a:solidFill>
          <a:ln>
            <a:noFill/>
          </a:ln>
        </p:spPr>
      </p:sp>
      <p:sp>
        <p:nvSpPr>
          <p:cNvPr id="1100" name="Google Shape;1100;p16"/>
          <p:cNvSpPr/>
          <p:nvPr/>
        </p:nvSpPr>
        <p:spPr>
          <a:xfrm>
            <a:off x="-1618128" y="5517987"/>
            <a:ext cx="15528800" cy="2669367"/>
          </a:xfrm>
          <a:custGeom>
            <a:avLst/>
            <a:gdLst/>
            <a:ahLst/>
            <a:cxnLst/>
            <a:rect l="l" t="t" r="r" b="b"/>
            <a:pathLst>
              <a:path w="465864" h="80081" extrusionOk="0">
                <a:moveTo>
                  <a:pt x="26777" y="15848"/>
                </a:moveTo>
                <a:cubicBezTo>
                  <a:pt x="32512" y="6610"/>
                  <a:pt x="38674" y="15025"/>
                  <a:pt x="61185" y="15972"/>
                </a:cubicBezTo>
                <a:cubicBezTo>
                  <a:pt x="83696" y="16919"/>
                  <a:pt x="130542" y="21658"/>
                  <a:pt x="161843" y="21528"/>
                </a:cubicBezTo>
                <a:cubicBezTo>
                  <a:pt x="193144" y="21398"/>
                  <a:pt x="221854" y="15487"/>
                  <a:pt x="248992" y="15194"/>
                </a:cubicBezTo>
                <a:cubicBezTo>
                  <a:pt x="276131" y="14901"/>
                  <a:pt x="294503" y="19801"/>
                  <a:pt x="324674" y="19769"/>
                </a:cubicBezTo>
                <a:cubicBezTo>
                  <a:pt x="354846" y="19737"/>
                  <a:pt x="409356" y="17834"/>
                  <a:pt x="430021" y="15002"/>
                </a:cubicBezTo>
                <a:cubicBezTo>
                  <a:pt x="450686" y="12170"/>
                  <a:pt x="445557" y="-7059"/>
                  <a:pt x="448664" y="2777"/>
                </a:cubicBezTo>
                <a:cubicBezTo>
                  <a:pt x="451771" y="12613"/>
                  <a:pt x="451750" y="61707"/>
                  <a:pt x="448664" y="74016"/>
                </a:cubicBezTo>
                <a:cubicBezTo>
                  <a:pt x="445578" y="86325"/>
                  <a:pt x="499790" y="75977"/>
                  <a:pt x="430146" y="76630"/>
                </a:cubicBezTo>
                <a:cubicBezTo>
                  <a:pt x="360502" y="77284"/>
                  <a:pt x="98030" y="78809"/>
                  <a:pt x="30802" y="77937"/>
                </a:cubicBezTo>
                <a:cubicBezTo>
                  <a:pt x="-36426" y="77066"/>
                  <a:pt x="27448" y="81749"/>
                  <a:pt x="26777" y="71401"/>
                </a:cubicBezTo>
                <a:cubicBezTo>
                  <a:pt x="26106" y="61053"/>
                  <a:pt x="21042" y="25086"/>
                  <a:pt x="26777" y="15848"/>
                </a:cubicBezTo>
                <a:close/>
              </a:path>
            </a:pathLst>
          </a:custGeom>
          <a:solidFill>
            <a:schemeClr val="dk2"/>
          </a:solidFill>
          <a:ln>
            <a:noFill/>
          </a:ln>
        </p:spPr>
      </p:sp>
      <p:grpSp>
        <p:nvGrpSpPr>
          <p:cNvPr id="1101" name="Google Shape;1101;p16"/>
          <p:cNvGrpSpPr/>
          <p:nvPr/>
        </p:nvGrpSpPr>
        <p:grpSpPr>
          <a:xfrm>
            <a:off x="11141422" y="5410148"/>
            <a:ext cx="493249" cy="728643"/>
            <a:chOff x="-287452" y="1948281"/>
            <a:chExt cx="325850" cy="481355"/>
          </a:xfrm>
        </p:grpSpPr>
        <p:sp>
          <p:nvSpPr>
            <p:cNvPr id="1102" name="Google Shape;1102;p16"/>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3" name="Google Shape;1103;p16"/>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4" name="Google Shape;1104;p16"/>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5" name="Google Shape;1105;p16"/>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06" name="Google Shape;1106;p16"/>
          <p:cNvGrpSpPr/>
          <p:nvPr/>
        </p:nvGrpSpPr>
        <p:grpSpPr>
          <a:xfrm>
            <a:off x="-27200" y="6183535"/>
            <a:ext cx="12246400" cy="686699"/>
            <a:chOff x="-20400" y="4637651"/>
            <a:chExt cx="9184800" cy="515024"/>
          </a:xfrm>
        </p:grpSpPr>
        <p:sp>
          <p:nvSpPr>
            <p:cNvPr id="1107" name="Google Shape;1107;p1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08" name="Google Shape;1108;p16"/>
            <p:cNvGrpSpPr/>
            <p:nvPr/>
          </p:nvGrpSpPr>
          <p:grpSpPr>
            <a:xfrm>
              <a:off x="335951" y="4637651"/>
              <a:ext cx="8472099" cy="486325"/>
              <a:chOff x="432948" y="4542401"/>
              <a:chExt cx="8472099" cy="486325"/>
            </a:xfrm>
          </p:grpSpPr>
          <p:sp>
            <p:nvSpPr>
              <p:cNvPr id="1109" name="Google Shape;1109;p1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1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1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1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1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1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1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1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1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1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1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1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1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1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1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1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1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1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1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1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1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0" name="Google Shape;1130;p1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1" name="Google Shape;1131;p1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2" name="Google Shape;1132;p1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3" name="Google Shape;1133;p1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4" name="Google Shape;1134;p1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1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1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1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1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1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0" name="Google Shape;1140;p1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1" name="Google Shape;1141;p1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2" name="Google Shape;1142;p1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3" name="Google Shape;1143;p1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4" name="Google Shape;1144;p1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5" name="Google Shape;1145;p1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146" name="Google Shape;1146;p16"/>
          <p:cNvGrpSpPr/>
          <p:nvPr/>
        </p:nvGrpSpPr>
        <p:grpSpPr>
          <a:xfrm>
            <a:off x="375960" y="5301411"/>
            <a:ext cx="391536" cy="825199"/>
            <a:chOff x="659672" y="1912000"/>
            <a:chExt cx="262823" cy="553923"/>
          </a:xfrm>
        </p:grpSpPr>
        <p:sp>
          <p:nvSpPr>
            <p:cNvPr id="1147" name="Google Shape;1147;p1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1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427914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149"/>
        <p:cNvGrpSpPr/>
        <p:nvPr/>
      </p:nvGrpSpPr>
      <p:grpSpPr>
        <a:xfrm>
          <a:off x="0" y="0"/>
          <a:ext cx="0" cy="0"/>
          <a:chOff x="0" y="0"/>
          <a:chExt cx="0" cy="0"/>
        </a:xfrm>
      </p:grpSpPr>
      <p:sp>
        <p:nvSpPr>
          <p:cNvPr id="1150" name="Google Shape;1150;p17"/>
          <p:cNvSpPr/>
          <p:nvPr/>
        </p:nvSpPr>
        <p:spPr>
          <a:xfrm>
            <a:off x="-2574234" y="5208367"/>
            <a:ext cx="17094067" cy="2779200"/>
          </a:xfrm>
          <a:custGeom>
            <a:avLst/>
            <a:gdLst/>
            <a:ahLst/>
            <a:cxnLst/>
            <a:rect l="l" t="t" r="r" b="b"/>
            <a:pathLst>
              <a:path w="512822" h="83376" extrusionOk="0">
                <a:moveTo>
                  <a:pt x="483346" y="19144"/>
                </a:moveTo>
                <a:cubicBezTo>
                  <a:pt x="478847" y="7427"/>
                  <a:pt x="479303" y="3655"/>
                  <a:pt x="456349" y="4397"/>
                </a:cubicBezTo>
                <a:cubicBezTo>
                  <a:pt x="433395" y="5140"/>
                  <a:pt x="386896" y="20482"/>
                  <a:pt x="345623" y="23599"/>
                </a:cubicBezTo>
                <a:cubicBezTo>
                  <a:pt x="304350" y="26716"/>
                  <a:pt x="245580" y="25677"/>
                  <a:pt x="208713" y="23100"/>
                </a:cubicBezTo>
                <a:cubicBezTo>
                  <a:pt x="171846" y="20523"/>
                  <a:pt x="152950" y="11303"/>
                  <a:pt x="124422" y="8138"/>
                </a:cubicBezTo>
                <a:cubicBezTo>
                  <a:pt x="95894" y="4973"/>
                  <a:pt x="55127" y="4456"/>
                  <a:pt x="37546" y="4112"/>
                </a:cubicBezTo>
                <a:cubicBezTo>
                  <a:pt x="19965" y="3768"/>
                  <a:pt x="22036" y="-6127"/>
                  <a:pt x="18934" y="6073"/>
                </a:cubicBezTo>
                <a:cubicBezTo>
                  <a:pt x="15832" y="18273"/>
                  <a:pt x="15537" y="65003"/>
                  <a:pt x="18934" y="77312"/>
                </a:cubicBezTo>
                <a:cubicBezTo>
                  <a:pt x="22332" y="89621"/>
                  <a:pt x="-37344" y="79273"/>
                  <a:pt x="39319" y="79926"/>
                </a:cubicBezTo>
                <a:cubicBezTo>
                  <a:pt x="115983" y="80580"/>
                  <a:pt x="404911" y="82105"/>
                  <a:pt x="478915" y="81233"/>
                </a:cubicBezTo>
                <a:cubicBezTo>
                  <a:pt x="552920" y="80362"/>
                  <a:pt x="482608" y="85045"/>
                  <a:pt x="483346" y="74697"/>
                </a:cubicBezTo>
                <a:cubicBezTo>
                  <a:pt x="484085" y="64349"/>
                  <a:pt x="487846" y="30861"/>
                  <a:pt x="483346" y="19144"/>
                </a:cubicBezTo>
                <a:close/>
              </a:path>
            </a:pathLst>
          </a:custGeom>
          <a:solidFill>
            <a:srgbClr val="A9874B">
              <a:alpha val="33930"/>
            </a:srgbClr>
          </a:solidFill>
          <a:ln>
            <a:noFill/>
          </a:ln>
        </p:spPr>
      </p:sp>
      <p:sp>
        <p:nvSpPr>
          <p:cNvPr id="1151" name="Google Shape;1151;p17"/>
          <p:cNvSpPr/>
          <p:nvPr/>
        </p:nvSpPr>
        <p:spPr>
          <a:xfrm>
            <a:off x="-1618128" y="5384693"/>
            <a:ext cx="15528800" cy="2802633"/>
          </a:xfrm>
          <a:custGeom>
            <a:avLst/>
            <a:gdLst/>
            <a:ahLst/>
            <a:cxnLst/>
            <a:rect l="l" t="t" r="r" b="b"/>
            <a:pathLst>
              <a:path w="465864" h="84079" extrusionOk="0">
                <a:moveTo>
                  <a:pt x="26777" y="19847"/>
                </a:moveTo>
                <a:cubicBezTo>
                  <a:pt x="34821" y="8254"/>
                  <a:pt x="55529" y="4392"/>
                  <a:pt x="75040" y="5840"/>
                </a:cubicBezTo>
                <a:cubicBezTo>
                  <a:pt x="94551" y="7288"/>
                  <a:pt x="110679" y="26830"/>
                  <a:pt x="143842" y="28534"/>
                </a:cubicBezTo>
                <a:cubicBezTo>
                  <a:pt x="177005" y="30238"/>
                  <a:pt x="232954" y="16896"/>
                  <a:pt x="274019" y="16065"/>
                </a:cubicBezTo>
                <a:cubicBezTo>
                  <a:pt x="315084" y="15234"/>
                  <a:pt x="363941" y="25421"/>
                  <a:pt x="390231" y="23546"/>
                </a:cubicBezTo>
                <a:cubicBezTo>
                  <a:pt x="416521" y="21671"/>
                  <a:pt x="422018" y="7610"/>
                  <a:pt x="431757" y="4815"/>
                </a:cubicBezTo>
                <a:cubicBezTo>
                  <a:pt x="441496" y="2020"/>
                  <a:pt x="445846" y="-5424"/>
                  <a:pt x="448664" y="6776"/>
                </a:cubicBezTo>
                <a:cubicBezTo>
                  <a:pt x="451482" y="18976"/>
                  <a:pt x="451750" y="65706"/>
                  <a:pt x="448664" y="78015"/>
                </a:cubicBezTo>
                <a:cubicBezTo>
                  <a:pt x="445578" y="90324"/>
                  <a:pt x="499790" y="79976"/>
                  <a:pt x="430146" y="80629"/>
                </a:cubicBezTo>
                <a:cubicBezTo>
                  <a:pt x="360502" y="81283"/>
                  <a:pt x="98030" y="82808"/>
                  <a:pt x="30802" y="81936"/>
                </a:cubicBezTo>
                <a:cubicBezTo>
                  <a:pt x="-36426" y="81065"/>
                  <a:pt x="27448" y="85748"/>
                  <a:pt x="26777" y="75400"/>
                </a:cubicBezTo>
                <a:cubicBezTo>
                  <a:pt x="26106" y="65052"/>
                  <a:pt x="18733" y="31440"/>
                  <a:pt x="26777" y="19847"/>
                </a:cubicBezTo>
                <a:close/>
              </a:path>
            </a:pathLst>
          </a:custGeom>
          <a:solidFill>
            <a:schemeClr val="dk2"/>
          </a:solidFill>
          <a:ln>
            <a:noFill/>
          </a:ln>
        </p:spPr>
      </p:sp>
      <p:grpSp>
        <p:nvGrpSpPr>
          <p:cNvPr id="1152" name="Google Shape;1152;p17"/>
          <p:cNvGrpSpPr/>
          <p:nvPr/>
        </p:nvGrpSpPr>
        <p:grpSpPr>
          <a:xfrm>
            <a:off x="5936089" y="5454981"/>
            <a:ext cx="493249" cy="728643"/>
            <a:chOff x="-287452" y="1948281"/>
            <a:chExt cx="325850" cy="481355"/>
          </a:xfrm>
        </p:grpSpPr>
        <p:sp>
          <p:nvSpPr>
            <p:cNvPr id="1153" name="Google Shape;1153;p1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1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1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1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57" name="Google Shape;1157;p17"/>
          <p:cNvGrpSpPr/>
          <p:nvPr/>
        </p:nvGrpSpPr>
        <p:grpSpPr>
          <a:xfrm>
            <a:off x="11590379" y="5208381"/>
            <a:ext cx="493231" cy="1039529"/>
            <a:chOff x="659672" y="1912000"/>
            <a:chExt cx="262823" cy="553923"/>
          </a:xfrm>
        </p:grpSpPr>
        <p:sp>
          <p:nvSpPr>
            <p:cNvPr id="1158" name="Google Shape;1158;p17"/>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17"/>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0" name="Google Shape;1160;p17"/>
          <p:cNvGrpSpPr/>
          <p:nvPr/>
        </p:nvGrpSpPr>
        <p:grpSpPr>
          <a:xfrm>
            <a:off x="-27200" y="6183535"/>
            <a:ext cx="12246400" cy="686699"/>
            <a:chOff x="-20400" y="4637651"/>
            <a:chExt cx="9184800" cy="515024"/>
          </a:xfrm>
        </p:grpSpPr>
        <p:sp>
          <p:nvSpPr>
            <p:cNvPr id="1161" name="Google Shape;1161;p1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62" name="Google Shape;1162;p17"/>
            <p:cNvGrpSpPr/>
            <p:nvPr/>
          </p:nvGrpSpPr>
          <p:grpSpPr>
            <a:xfrm>
              <a:off x="335951" y="4637651"/>
              <a:ext cx="8472099" cy="486325"/>
              <a:chOff x="432948" y="4542401"/>
              <a:chExt cx="8472099" cy="486325"/>
            </a:xfrm>
          </p:grpSpPr>
          <p:sp>
            <p:nvSpPr>
              <p:cNvPr id="1163" name="Google Shape;1163;p1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1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1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1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1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1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1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1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1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1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1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1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5" name="Google Shape;1175;p1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6" name="Google Shape;1176;p1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7" name="Google Shape;1177;p1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1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9" name="Google Shape;1179;p1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0" name="Google Shape;1180;p1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1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2" name="Google Shape;1182;p1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3" name="Google Shape;1183;p1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4" name="Google Shape;1184;p1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5" name="Google Shape;1185;p1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6" name="Google Shape;1186;p1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7" name="Google Shape;1187;p1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8" name="Google Shape;1188;p1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1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1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1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1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1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1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5" name="Google Shape;1195;p1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6" name="Google Shape;1196;p1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1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1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1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00" name="Google Shape;1200;p17"/>
          <p:cNvGrpSpPr/>
          <p:nvPr/>
        </p:nvGrpSpPr>
        <p:grpSpPr>
          <a:xfrm>
            <a:off x="2640527" y="-66497"/>
            <a:ext cx="1374029" cy="597828"/>
            <a:chOff x="1688595" y="4276214"/>
            <a:chExt cx="1030522" cy="448371"/>
          </a:xfrm>
        </p:grpSpPr>
        <p:sp>
          <p:nvSpPr>
            <p:cNvPr id="1201" name="Google Shape;1201;p1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1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1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1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05" name="Google Shape;1205;p17"/>
          <p:cNvGrpSpPr/>
          <p:nvPr/>
        </p:nvGrpSpPr>
        <p:grpSpPr>
          <a:xfrm>
            <a:off x="11383856" y="2267701"/>
            <a:ext cx="2774945" cy="1308615"/>
            <a:chOff x="6734221" y="539399"/>
            <a:chExt cx="1598594" cy="753810"/>
          </a:xfrm>
        </p:grpSpPr>
        <p:sp>
          <p:nvSpPr>
            <p:cNvPr id="1206" name="Google Shape;1206;p1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1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1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1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1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1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1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1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1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15" name="Google Shape;1215;p17"/>
          <p:cNvGrpSpPr/>
          <p:nvPr/>
        </p:nvGrpSpPr>
        <p:grpSpPr>
          <a:xfrm>
            <a:off x="-1908694" y="2774701"/>
            <a:ext cx="2774945" cy="1308615"/>
            <a:chOff x="6734221" y="539399"/>
            <a:chExt cx="1598594" cy="753810"/>
          </a:xfrm>
        </p:grpSpPr>
        <p:sp>
          <p:nvSpPr>
            <p:cNvPr id="1216" name="Google Shape;1216;p1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1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1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9" name="Google Shape;1219;p1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0" name="Google Shape;1220;p1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1" name="Google Shape;1221;p1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2" name="Google Shape;1222;p1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3" name="Google Shape;1223;p1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4" name="Google Shape;1224;p1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25" name="Google Shape;1225;p17"/>
          <p:cNvGrpSpPr/>
          <p:nvPr/>
        </p:nvGrpSpPr>
        <p:grpSpPr>
          <a:xfrm>
            <a:off x="106948" y="5380924"/>
            <a:ext cx="428233" cy="694419"/>
            <a:chOff x="126609" y="2053364"/>
            <a:chExt cx="228188" cy="370028"/>
          </a:xfrm>
        </p:grpSpPr>
        <p:sp>
          <p:nvSpPr>
            <p:cNvPr id="1226" name="Google Shape;1226;p17"/>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7" name="Google Shape;1227;p17"/>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28" name="Google Shape;1228;p17"/>
          <p:cNvSpPr txBox="1">
            <a:spLocks noGrp="1"/>
          </p:cNvSpPr>
          <p:nvPr>
            <p:ph type="body" idx="1"/>
          </p:nvPr>
        </p:nvSpPr>
        <p:spPr>
          <a:xfrm>
            <a:off x="960000" y="2341200"/>
            <a:ext cx="5086400" cy="30048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Clr>
                <a:schemeClr val="accent1"/>
              </a:buClr>
              <a:buSzPts val="1200"/>
              <a:buChar char="●"/>
              <a:defRPr sz="1600">
                <a:solidFill>
                  <a:schemeClr val="dk1"/>
                </a:solidFill>
              </a:defRPr>
            </a:lvl1pPr>
            <a:lvl2pPr marL="1219170" lvl="1" indent="-406390" rtl="0">
              <a:lnSpc>
                <a:spcPct val="115000"/>
              </a:lnSpc>
              <a:spcBef>
                <a:spcPts val="0"/>
              </a:spcBef>
              <a:spcAft>
                <a:spcPts val="0"/>
              </a:spcAft>
              <a:buClr>
                <a:schemeClr val="dk1"/>
              </a:buClr>
              <a:buSzPts val="1200"/>
              <a:buChar char="○"/>
              <a:defRPr sz="1600">
                <a:solidFill>
                  <a:schemeClr val="dk1"/>
                </a:solidFill>
              </a:defRPr>
            </a:lvl2pPr>
            <a:lvl3pPr marL="1828754" lvl="2" indent="-406390" rtl="0">
              <a:lnSpc>
                <a:spcPct val="115000"/>
              </a:lnSpc>
              <a:spcBef>
                <a:spcPts val="2133"/>
              </a:spcBef>
              <a:spcAft>
                <a:spcPts val="0"/>
              </a:spcAft>
              <a:buClr>
                <a:schemeClr val="dk1"/>
              </a:buClr>
              <a:buSzPts val="1200"/>
              <a:buChar char="■"/>
              <a:defRPr sz="1600">
                <a:solidFill>
                  <a:schemeClr val="dk1"/>
                </a:solidFill>
              </a:defRPr>
            </a:lvl3pPr>
            <a:lvl4pPr marL="2438339" lvl="3" indent="-406390" rtl="0">
              <a:lnSpc>
                <a:spcPct val="115000"/>
              </a:lnSpc>
              <a:spcBef>
                <a:spcPts val="2133"/>
              </a:spcBef>
              <a:spcAft>
                <a:spcPts val="0"/>
              </a:spcAft>
              <a:buClr>
                <a:schemeClr val="dk1"/>
              </a:buClr>
              <a:buSzPts val="1200"/>
              <a:buChar char="●"/>
              <a:defRPr sz="1600">
                <a:solidFill>
                  <a:schemeClr val="dk1"/>
                </a:solidFill>
              </a:defRPr>
            </a:lvl4pPr>
            <a:lvl5pPr marL="3047924" lvl="4" indent="-406390" rtl="0">
              <a:lnSpc>
                <a:spcPct val="115000"/>
              </a:lnSpc>
              <a:spcBef>
                <a:spcPts val="2133"/>
              </a:spcBef>
              <a:spcAft>
                <a:spcPts val="0"/>
              </a:spcAft>
              <a:buClr>
                <a:schemeClr val="dk1"/>
              </a:buClr>
              <a:buSzPts val="1200"/>
              <a:buChar char="○"/>
              <a:defRPr sz="1600">
                <a:solidFill>
                  <a:schemeClr val="dk1"/>
                </a:solidFill>
              </a:defRPr>
            </a:lvl5pPr>
            <a:lvl6pPr marL="3657509" lvl="5" indent="-406390" rtl="0">
              <a:lnSpc>
                <a:spcPct val="115000"/>
              </a:lnSpc>
              <a:spcBef>
                <a:spcPts val="2133"/>
              </a:spcBef>
              <a:spcAft>
                <a:spcPts val="0"/>
              </a:spcAft>
              <a:buClr>
                <a:schemeClr val="dk1"/>
              </a:buClr>
              <a:buSzPts val="1200"/>
              <a:buChar char="■"/>
              <a:defRPr sz="1600">
                <a:solidFill>
                  <a:schemeClr val="dk1"/>
                </a:solidFill>
              </a:defRPr>
            </a:lvl6pPr>
            <a:lvl7pPr marL="4267093" lvl="6" indent="-406390" rtl="0">
              <a:lnSpc>
                <a:spcPct val="115000"/>
              </a:lnSpc>
              <a:spcBef>
                <a:spcPts val="2133"/>
              </a:spcBef>
              <a:spcAft>
                <a:spcPts val="0"/>
              </a:spcAft>
              <a:buClr>
                <a:schemeClr val="dk1"/>
              </a:buClr>
              <a:buSzPts val="1200"/>
              <a:buChar char="●"/>
              <a:defRPr sz="1600">
                <a:solidFill>
                  <a:schemeClr val="dk1"/>
                </a:solidFill>
              </a:defRPr>
            </a:lvl7pPr>
            <a:lvl8pPr marL="4876678" lvl="7" indent="-406390" rtl="0">
              <a:lnSpc>
                <a:spcPct val="115000"/>
              </a:lnSpc>
              <a:spcBef>
                <a:spcPts val="2133"/>
              </a:spcBef>
              <a:spcAft>
                <a:spcPts val="0"/>
              </a:spcAft>
              <a:buClr>
                <a:schemeClr val="dk1"/>
              </a:buClr>
              <a:buSzPts val="1200"/>
              <a:buChar char="○"/>
              <a:defRPr sz="1600">
                <a:solidFill>
                  <a:schemeClr val="dk1"/>
                </a:solidFill>
              </a:defRPr>
            </a:lvl8pPr>
            <a:lvl9pPr marL="5486263" lvl="8" indent="-406390" rtl="0">
              <a:lnSpc>
                <a:spcPct val="115000"/>
              </a:lnSpc>
              <a:spcBef>
                <a:spcPts val="2133"/>
              </a:spcBef>
              <a:spcAft>
                <a:spcPts val="2133"/>
              </a:spcAft>
              <a:buClr>
                <a:schemeClr val="dk1"/>
              </a:buClr>
              <a:buSzPts val="1200"/>
              <a:buChar char="■"/>
              <a:defRPr sz="1600">
                <a:solidFill>
                  <a:schemeClr val="dk1"/>
                </a:solidFill>
              </a:defRPr>
            </a:lvl9pPr>
          </a:lstStyle>
          <a:p>
            <a:pPr lvl="0"/>
            <a:r>
              <a:rPr lang="en-US"/>
              <a:t>Click to edit Master text styles</a:t>
            </a:r>
          </a:p>
        </p:txBody>
      </p:sp>
      <p:sp>
        <p:nvSpPr>
          <p:cNvPr id="1229" name="Google Shape;1229;p17"/>
          <p:cNvSpPr txBox="1">
            <a:spLocks noGrp="1"/>
          </p:cNvSpPr>
          <p:nvPr>
            <p:ph type="title"/>
          </p:nvPr>
        </p:nvSpPr>
        <p:spPr>
          <a:xfrm>
            <a:off x="960000" y="902400"/>
            <a:ext cx="5086400" cy="1438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30" name="Google Shape;1230;p17"/>
          <p:cNvSpPr>
            <a:spLocks noGrp="1"/>
          </p:cNvSpPr>
          <p:nvPr>
            <p:ph type="pic" idx="2"/>
          </p:nvPr>
        </p:nvSpPr>
        <p:spPr>
          <a:xfrm>
            <a:off x="6459867" y="733600"/>
            <a:ext cx="4781200" cy="4781200"/>
          </a:xfrm>
          <a:prstGeom prst="rect">
            <a:avLst/>
          </a:prstGeom>
          <a:noFill/>
          <a:ln>
            <a:noFill/>
          </a:ln>
        </p:spPr>
      </p:sp>
    </p:spTree>
    <p:extLst>
      <p:ext uri="{BB962C8B-B14F-4D97-AF65-F5344CB8AC3E}">
        <p14:creationId xmlns:p14="http://schemas.microsoft.com/office/powerpoint/2010/main" val="22983791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231"/>
        <p:cNvGrpSpPr/>
        <p:nvPr/>
      </p:nvGrpSpPr>
      <p:grpSpPr>
        <a:xfrm>
          <a:off x="0" y="0"/>
          <a:ext cx="0" cy="0"/>
          <a:chOff x="0" y="0"/>
          <a:chExt cx="0" cy="0"/>
        </a:xfrm>
      </p:grpSpPr>
      <p:sp>
        <p:nvSpPr>
          <p:cNvPr id="1232" name="Google Shape;1232;p18"/>
          <p:cNvSpPr txBox="1">
            <a:spLocks noGrp="1"/>
          </p:cNvSpPr>
          <p:nvPr>
            <p:ph type="title"/>
          </p:nvPr>
        </p:nvSpPr>
        <p:spPr>
          <a:xfrm>
            <a:off x="9601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233" name="Google Shape;1233;p18"/>
          <p:cNvSpPr txBox="1">
            <a:spLocks noGrp="1"/>
          </p:cNvSpPr>
          <p:nvPr>
            <p:ph type="subTitle" idx="1"/>
          </p:nvPr>
        </p:nvSpPr>
        <p:spPr>
          <a:xfrm>
            <a:off x="1236400" y="2977867"/>
            <a:ext cx="3175200" cy="222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4" name="Google Shape;1234;p18"/>
          <p:cNvSpPr txBox="1">
            <a:spLocks noGrp="1"/>
          </p:cNvSpPr>
          <p:nvPr>
            <p:ph type="subTitle" idx="2"/>
          </p:nvPr>
        </p:nvSpPr>
        <p:spPr>
          <a:xfrm>
            <a:off x="4508349" y="2977867"/>
            <a:ext cx="3175200" cy="2225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5" name="Google Shape;1235;p18"/>
          <p:cNvSpPr txBox="1">
            <a:spLocks noGrp="1"/>
          </p:cNvSpPr>
          <p:nvPr>
            <p:ph type="subTitle" idx="3"/>
          </p:nvPr>
        </p:nvSpPr>
        <p:spPr>
          <a:xfrm>
            <a:off x="7780297" y="2977867"/>
            <a:ext cx="3175200" cy="2225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36" name="Google Shape;1236;p18"/>
          <p:cNvSpPr txBox="1">
            <a:spLocks noGrp="1"/>
          </p:cNvSpPr>
          <p:nvPr>
            <p:ph type="subTitle" idx="4"/>
          </p:nvPr>
        </p:nvSpPr>
        <p:spPr>
          <a:xfrm>
            <a:off x="1236400" y="2553033"/>
            <a:ext cx="3175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237" name="Google Shape;1237;p18"/>
          <p:cNvSpPr txBox="1">
            <a:spLocks noGrp="1"/>
          </p:cNvSpPr>
          <p:nvPr>
            <p:ph type="subTitle" idx="5"/>
          </p:nvPr>
        </p:nvSpPr>
        <p:spPr>
          <a:xfrm>
            <a:off x="4508237" y="2553033"/>
            <a:ext cx="3175200" cy="541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238" name="Google Shape;1238;p18"/>
          <p:cNvSpPr txBox="1">
            <a:spLocks noGrp="1"/>
          </p:cNvSpPr>
          <p:nvPr>
            <p:ph type="subTitle" idx="6"/>
          </p:nvPr>
        </p:nvSpPr>
        <p:spPr>
          <a:xfrm>
            <a:off x="7780293" y="2553033"/>
            <a:ext cx="3175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grpSp>
        <p:nvGrpSpPr>
          <p:cNvPr id="1239" name="Google Shape;1239;p18"/>
          <p:cNvGrpSpPr/>
          <p:nvPr/>
        </p:nvGrpSpPr>
        <p:grpSpPr>
          <a:xfrm>
            <a:off x="-843185" y="-382221"/>
            <a:ext cx="2951401" cy="1135736"/>
            <a:chOff x="3352611" y="546734"/>
            <a:chExt cx="2213551" cy="851802"/>
          </a:xfrm>
        </p:grpSpPr>
        <p:sp>
          <p:nvSpPr>
            <p:cNvPr id="1240" name="Google Shape;1240;p18"/>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41" name="Google Shape;1241;p18"/>
            <p:cNvGrpSpPr/>
            <p:nvPr/>
          </p:nvGrpSpPr>
          <p:grpSpPr>
            <a:xfrm>
              <a:off x="3352611" y="546734"/>
              <a:ext cx="2077576" cy="851802"/>
              <a:chOff x="3352611" y="546734"/>
              <a:chExt cx="2077576" cy="851802"/>
            </a:xfrm>
          </p:grpSpPr>
          <p:sp>
            <p:nvSpPr>
              <p:cNvPr id="1242" name="Google Shape;1242;p18"/>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18"/>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18"/>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18"/>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18"/>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18"/>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18"/>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18"/>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18"/>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251" name="Google Shape;1251;p18"/>
          <p:cNvGrpSpPr/>
          <p:nvPr/>
        </p:nvGrpSpPr>
        <p:grpSpPr>
          <a:xfrm>
            <a:off x="11307684" y="2786453"/>
            <a:ext cx="2311672" cy="597828"/>
            <a:chOff x="279488" y="3058414"/>
            <a:chExt cx="1733754" cy="448371"/>
          </a:xfrm>
        </p:grpSpPr>
        <p:sp>
          <p:nvSpPr>
            <p:cNvPr id="1252" name="Google Shape;1252;p1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1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4" name="Google Shape;1254;p1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5" name="Google Shape;1255;p1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1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1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1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1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0" name="Google Shape;1260;p18"/>
          <p:cNvGrpSpPr/>
          <p:nvPr/>
        </p:nvGrpSpPr>
        <p:grpSpPr>
          <a:xfrm flipH="1">
            <a:off x="10018990" y="84796"/>
            <a:ext cx="2012311" cy="520409"/>
            <a:chOff x="279488" y="3058414"/>
            <a:chExt cx="1733754" cy="448371"/>
          </a:xfrm>
        </p:grpSpPr>
        <p:sp>
          <p:nvSpPr>
            <p:cNvPr id="1261" name="Google Shape;1261;p18"/>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18"/>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3" name="Google Shape;1263;p18"/>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4" name="Google Shape;1264;p18"/>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18"/>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18"/>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18"/>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18"/>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9" name="Google Shape;1269;p18"/>
          <p:cNvGrpSpPr/>
          <p:nvPr/>
        </p:nvGrpSpPr>
        <p:grpSpPr>
          <a:xfrm>
            <a:off x="-305792" y="2594971"/>
            <a:ext cx="1189765" cy="501384"/>
            <a:chOff x="605081" y="4084003"/>
            <a:chExt cx="892324" cy="376038"/>
          </a:xfrm>
        </p:grpSpPr>
        <p:sp>
          <p:nvSpPr>
            <p:cNvPr id="1270" name="Google Shape;1270;p18"/>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1" name="Google Shape;1271;p18"/>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2" name="Google Shape;1272;p18"/>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3" name="Google Shape;1273;p18"/>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4" name="Google Shape;1274;p18"/>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5" name="Google Shape;1275;p18"/>
          <p:cNvSpPr/>
          <p:nvPr/>
        </p:nvSpPr>
        <p:spPr>
          <a:xfrm>
            <a:off x="-2574234" y="5175666"/>
            <a:ext cx="17094067" cy="2811900"/>
          </a:xfrm>
          <a:custGeom>
            <a:avLst/>
            <a:gdLst/>
            <a:ahLst/>
            <a:cxnLst/>
            <a:rect l="l" t="t" r="r" b="b"/>
            <a:pathLst>
              <a:path w="512822" h="84357" extrusionOk="0">
                <a:moveTo>
                  <a:pt x="483346" y="20125"/>
                </a:moveTo>
                <a:cubicBezTo>
                  <a:pt x="478306" y="11830"/>
                  <a:pt x="475271" y="26608"/>
                  <a:pt x="453107" y="25909"/>
                </a:cubicBezTo>
                <a:cubicBezTo>
                  <a:pt x="430943" y="25211"/>
                  <a:pt x="389566" y="16350"/>
                  <a:pt x="350362" y="15934"/>
                </a:cubicBezTo>
                <a:cubicBezTo>
                  <a:pt x="311158" y="15519"/>
                  <a:pt x="251560" y="21213"/>
                  <a:pt x="217884" y="23416"/>
                </a:cubicBezTo>
                <a:cubicBezTo>
                  <a:pt x="184208" y="25619"/>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276" name="Google Shape;1276;p18"/>
          <p:cNvSpPr/>
          <p:nvPr/>
        </p:nvSpPr>
        <p:spPr>
          <a:xfrm>
            <a:off x="-1670499" y="5378634"/>
            <a:ext cx="15588196" cy="2808881"/>
          </a:xfrm>
          <a:custGeom>
            <a:avLst/>
            <a:gdLst/>
            <a:ahLst/>
            <a:cxnLst/>
            <a:rect l="l" t="t" r="r" b="b"/>
            <a:pathLst>
              <a:path w="442595" h="98247" extrusionOk="0">
                <a:moveTo>
                  <a:pt x="26829" y="23352"/>
                </a:moveTo>
                <a:cubicBezTo>
                  <a:pt x="36989" y="11160"/>
                  <a:pt x="65564" y="13065"/>
                  <a:pt x="87789" y="14970"/>
                </a:cubicBezTo>
                <a:cubicBezTo>
                  <a:pt x="110014" y="16875"/>
                  <a:pt x="135287" y="33512"/>
                  <a:pt x="160179" y="34782"/>
                </a:cubicBezTo>
                <a:cubicBezTo>
                  <a:pt x="185071" y="36052"/>
                  <a:pt x="212376" y="23733"/>
                  <a:pt x="237141" y="22590"/>
                </a:cubicBezTo>
                <a:cubicBezTo>
                  <a:pt x="261906" y="21447"/>
                  <a:pt x="279940" y="30718"/>
                  <a:pt x="308769" y="27924"/>
                </a:cubicBezTo>
                <a:cubicBezTo>
                  <a:pt x="337598" y="25130"/>
                  <a:pt x="390557" y="9128"/>
                  <a:pt x="410115" y="5826"/>
                </a:cubicBezTo>
                <a:cubicBezTo>
                  <a:pt x="429673" y="2524"/>
                  <a:pt x="423450" y="-6112"/>
                  <a:pt x="426117" y="8112"/>
                </a:cubicBezTo>
                <a:cubicBezTo>
                  <a:pt x="428784" y="22336"/>
                  <a:pt x="429038" y="76819"/>
                  <a:pt x="426117" y="91170"/>
                </a:cubicBezTo>
                <a:cubicBezTo>
                  <a:pt x="423196" y="105521"/>
                  <a:pt x="474504" y="93456"/>
                  <a:pt x="408591" y="94218"/>
                </a:cubicBezTo>
                <a:cubicBezTo>
                  <a:pt x="342678" y="94980"/>
                  <a:pt x="94266" y="96758"/>
                  <a:pt x="30639" y="95742"/>
                </a:cubicBezTo>
                <a:cubicBezTo>
                  <a:pt x="-32988" y="94726"/>
                  <a:pt x="27464" y="100187"/>
                  <a:pt x="26829" y="88122"/>
                </a:cubicBezTo>
                <a:cubicBezTo>
                  <a:pt x="26194" y="76057"/>
                  <a:pt x="16669" y="35544"/>
                  <a:pt x="26829" y="23352"/>
                </a:cubicBezTo>
                <a:close/>
              </a:path>
            </a:pathLst>
          </a:custGeom>
          <a:solidFill>
            <a:schemeClr val="dk2"/>
          </a:solidFill>
          <a:ln>
            <a:noFill/>
          </a:ln>
        </p:spPr>
      </p:sp>
      <p:grpSp>
        <p:nvGrpSpPr>
          <p:cNvPr id="1277" name="Google Shape;1277;p18"/>
          <p:cNvGrpSpPr/>
          <p:nvPr/>
        </p:nvGrpSpPr>
        <p:grpSpPr>
          <a:xfrm>
            <a:off x="5936089" y="5454981"/>
            <a:ext cx="493249" cy="728643"/>
            <a:chOff x="-287452" y="1948281"/>
            <a:chExt cx="325850" cy="481355"/>
          </a:xfrm>
        </p:grpSpPr>
        <p:sp>
          <p:nvSpPr>
            <p:cNvPr id="1278" name="Google Shape;1278;p18"/>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9" name="Google Shape;1279;p18"/>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0" name="Google Shape;1280;p18"/>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1" name="Google Shape;1281;p18"/>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2" name="Google Shape;1282;p18"/>
          <p:cNvGrpSpPr/>
          <p:nvPr/>
        </p:nvGrpSpPr>
        <p:grpSpPr>
          <a:xfrm>
            <a:off x="11532179" y="4951348"/>
            <a:ext cx="493231" cy="1039529"/>
            <a:chOff x="659672" y="1912000"/>
            <a:chExt cx="262823" cy="553923"/>
          </a:xfrm>
        </p:grpSpPr>
        <p:sp>
          <p:nvSpPr>
            <p:cNvPr id="1283" name="Google Shape;1283;p1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4" name="Google Shape;1284;p1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85" name="Google Shape;1285;p18"/>
          <p:cNvGrpSpPr/>
          <p:nvPr/>
        </p:nvGrpSpPr>
        <p:grpSpPr>
          <a:xfrm>
            <a:off x="-27200" y="6183535"/>
            <a:ext cx="12246400" cy="686699"/>
            <a:chOff x="-20400" y="4637651"/>
            <a:chExt cx="9184800" cy="515024"/>
          </a:xfrm>
        </p:grpSpPr>
        <p:sp>
          <p:nvSpPr>
            <p:cNvPr id="1286" name="Google Shape;1286;p18"/>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287" name="Google Shape;1287;p18"/>
            <p:cNvGrpSpPr/>
            <p:nvPr/>
          </p:nvGrpSpPr>
          <p:grpSpPr>
            <a:xfrm>
              <a:off x="335951" y="4637651"/>
              <a:ext cx="8472099" cy="486325"/>
              <a:chOff x="432948" y="4542401"/>
              <a:chExt cx="8472099" cy="486325"/>
            </a:xfrm>
          </p:grpSpPr>
          <p:sp>
            <p:nvSpPr>
              <p:cNvPr id="1288" name="Google Shape;1288;p18"/>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9" name="Google Shape;1289;p18"/>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0" name="Google Shape;1290;p18"/>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1" name="Google Shape;1291;p18"/>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2" name="Google Shape;1292;p18"/>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3" name="Google Shape;1293;p18"/>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4" name="Google Shape;1294;p18"/>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5" name="Google Shape;1295;p18"/>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6" name="Google Shape;1296;p18"/>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7" name="Google Shape;1297;p18"/>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8" name="Google Shape;1298;p18"/>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9" name="Google Shape;1299;p18"/>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0" name="Google Shape;1300;p18"/>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18"/>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18"/>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3" name="Google Shape;1303;p18"/>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4" name="Google Shape;1304;p18"/>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18"/>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18"/>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7" name="Google Shape;1307;p18"/>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8" name="Google Shape;1308;p18"/>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9" name="Google Shape;1309;p18"/>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0" name="Google Shape;1310;p18"/>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1" name="Google Shape;1311;p18"/>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2" name="Google Shape;1312;p18"/>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3" name="Google Shape;1313;p18"/>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4" name="Google Shape;1314;p18"/>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5" name="Google Shape;1315;p18"/>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6" name="Google Shape;1316;p18"/>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7" name="Google Shape;1317;p18"/>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8" name="Google Shape;1318;p18"/>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9" name="Google Shape;1319;p18"/>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0" name="Google Shape;1320;p18"/>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18"/>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18"/>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18"/>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18"/>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325" name="Google Shape;1325;p18"/>
          <p:cNvGrpSpPr/>
          <p:nvPr/>
        </p:nvGrpSpPr>
        <p:grpSpPr>
          <a:xfrm>
            <a:off x="218543" y="5058511"/>
            <a:ext cx="391536" cy="825199"/>
            <a:chOff x="659672" y="1912000"/>
            <a:chExt cx="262823" cy="553923"/>
          </a:xfrm>
        </p:grpSpPr>
        <p:sp>
          <p:nvSpPr>
            <p:cNvPr id="1326" name="Google Shape;1326;p18"/>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18"/>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0825424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328"/>
        <p:cNvGrpSpPr/>
        <p:nvPr/>
      </p:nvGrpSpPr>
      <p:grpSpPr>
        <a:xfrm>
          <a:off x="0" y="0"/>
          <a:ext cx="0" cy="0"/>
          <a:chOff x="0" y="0"/>
          <a:chExt cx="0" cy="0"/>
        </a:xfrm>
      </p:grpSpPr>
      <p:grpSp>
        <p:nvGrpSpPr>
          <p:cNvPr id="1329" name="Google Shape;1329;p19"/>
          <p:cNvGrpSpPr/>
          <p:nvPr/>
        </p:nvGrpSpPr>
        <p:grpSpPr>
          <a:xfrm>
            <a:off x="8417894" y="3"/>
            <a:ext cx="1374029" cy="597828"/>
            <a:chOff x="1688595" y="4276214"/>
            <a:chExt cx="1030522" cy="448371"/>
          </a:xfrm>
        </p:grpSpPr>
        <p:sp>
          <p:nvSpPr>
            <p:cNvPr id="1330" name="Google Shape;1330;p19"/>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19"/>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19"/>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19"/>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34" name="Google Shape;1334;p19"/>
          <p:cNvGrpSpPr/>
          <p:nvPr/>
        </p:nvGrpSpPr>
        <p:grpSpPr>
          <a:xfrm>
            <a:off x="-1030938" y="3936981"/>
            <a:ext cx="1799924" cy="1005080"/>
            <a:chOff x="6982871" y="539399"/>
            <a:chExt cx="1349943" cy="753810"/>
          </a:xfrm>
        </p:grpSpPr>
        <p:sp>
          <p:nvSpPr>
            <p:cNvPr id="1335" name="Google Shape;1335;p19"/>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19"/>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19"/>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8" name="Google Shape;1338;p19"/>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9" name="Google Shape;1339;p19"/>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19"/>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19"/>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2" name="Google Shape;1342;p19"/>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3" name="Google Shape;1343;p19"/>
          <p:cNvGrpSpPr/>
          <p:nvPr/>
        </p:nvGrpSpPr>
        <p:grpSpPr>
          <a:xfrm flipH="1">
            <a:off x="11382174" y="3525496"/>
            <a:ext cx="2012311" cy="520409"/>
            <a:chOff x="279488" y="3058414"/>
            <a:chExt cx="1733754" cy="448371"/>
          </a:xfrm>
        </p:grpSpPr>
        <p:sp>
          <p:nvSpPr>
            <p:cNvPr id="1344" name="Google Shape;1344;p19"/>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19"/>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19"/>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19"/>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8" name="Google Shape;1348;p19"/>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9" name="Google Shape;1349;p19"/>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19"/>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19"/>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2" name="Google Shape;1352;p19"/>
          <p:cNvGrpSpPr/>
          <p:nvPr/>
        </p:nvGrpSpPr>
        <p:grpSpPr>
          <a:xfrm>
            <a:off x="1923989" y="-641766"/>
            <a:ext cx="2774945" cy="1308615"/>
            <a:chOff x="6734221" y="539399"/>
            <a:chExt cx="1598594" cy="753810"/>
          </a:xfrm>
        </p:grpSpPr>
        <p:sp>
          <p:nvSpPr>
            <p:cNvPr id="1353" name="Google Shape;1353;p19"/>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4" name="Google Shape;1354;p19"/>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5" name="Google Shape;1355;p19"/>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6" name="Google Shape;1356;p19"/>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19"/>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19"/>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19"/>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19"/>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19"/>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62" name="Google Shape;1362;p19"/>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1363" name="Google Shape;1363;p19"/>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1364" name="Google Shape;1364;p19"/>
          <p:cNvGrpSpPr/>
          <p:nvPr/>
        </p:nvGrpSpPr>
        <p:grpSpPr>
          <a:xfrm>
            <a:off x="11486485" y="5440095"/>
            <a:ext cx="339844" cy="720235"/>
            <a:chOff x="393673" y="1948281"/>
            <a:chExt cx="227128" cy="481355"/>
          </a:xfrm>
        </p:grpSpPr>
        <p:sp>
          <p:nvSpPr>
            <p:cNvPr id="1365" name="Google Shape;1365;p19"/>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19"/>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67" name="Google Shape;1367;p19"/>
          <p:cNvGrpSpPr/>
          <p:nvPr/>
        </p:nvGrpSpPr>
        <p:grpSpPr>
          <a:xfrm>
            <a:off x="273437" y="5278493"/>
            <a:ext cx="611511" cy="903343"/>
            <a:chOff x="-287452" y="1948281"/>
            <a:chExt cx="325850" cy="481355"/>
          </a:xfrm>
        </p:grpSpPr>
        <p:sp>
          <p:nvSpPr>
            <p:cNvPr id="1368" name="Google Shape;1368;p19"/>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19"/>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19"/>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19"/>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72" name="Google Shape;1372;p19"/>
          <p:cNvGrpSpPr/>
          <p:nvPr/>
        </p:nvGrpSpPr>
        <p:grpSpPr>
          <a:xfrm>
            <a:off x="-27200" y="6183535"/>
            <a:ext cx="12246400" cy="686699"/>
            <a:chOff x="-20400" y="4637651"/>
            <a:chExt cx="9184800" cy="515024"/>
          </a:xfrm>
        </p:grpSpPr>
        <p:sp>
          <p:nvSpPr>
            <p:cNvPr id="1373" name="Google Shape;1373;p19"/>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74" name="Google Shape;1374;p19"/>
            <p:cNvGrpSpPr/>
            <p:nvPr/>
          </p:nvGrpSpPr>
          <p:grpSpPr>
            <a:xfrm>
              <a:off x="335951" y="4637651"/>
              <a:ext cx="8472099" cy="486325"/>
              <a:chOff x="432948" y="4542401"/>
              <a:chExt cx="8472099" cy="486325"/>
            </a:xfrm>
          </p:grpSpPr>
          <p:sp>
            <p:nvSpPr>
              <p:cNvPr id="1375" name="Google Shape;1375;p19"/>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19"/>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7" name="Google Shape;1377;p19"/>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8" name="Google Shape;1378;p19"/>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9" name="Google Shape;1379;p19"/>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0" name="Google Shape;1380;p19"/>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1" name="Google Shape;1381;p19"/>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2" name="Google Shape;1382;p19"/>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19"/>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19"/>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5" name="Google Shape;1385;p19"/>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6" name="Google Shape;1386;p19"/>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19"/>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19"/>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9" name="Google Shape;1389;p19"/>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0" name="Google Shape;1390;p19"/>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1" name="Google Shape;1391;p19"/>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2" name="Google Shape;1392;p19"/>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3" name="Google Shape;1393;p19"/>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4" name="Google Shape;1394;p19"/>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19"/>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19"/>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397;p19"/>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8" name="Google Shape;1398;p19"/>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9" name="Google Shape;1399;p19"/>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0" name="Google Shape;1400;p19"/>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1" name="Google Shape;1401;p19"/>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402;p19"/>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19"/>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19"/>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19"/>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406;p19"/>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407;p19"/>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8" name="Google Shape;1408;p19"/>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9" name="Google Shape;1409;p19"/>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19"/>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1" name="Google Shape;1411;p19"/>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412" name="Google Shape;1412;p19"/>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13" name="Google Shape;1413;p19"/>
          <p:cNvSpPr txBox="1">
            <a:spLocks noGrp="1"/>
          </p:cNvSpPr>
          <p:nvPr>
            <p:ph type="subTitle" idx="1"/>
          </p:nvPr>
        </p:nvSpPr>
        <p:spPr>
          <a:xfrm>
            <a:off x="1011516" y="2219967"/>
            <a:ext cx="5021200" cy="13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4" name="Google Shape;1414;p19"/>
          <p:cNvSpPr txBox="1">
            <a:spLocks noGrp="1"/>
          </p:cNvSpPr>
          <p:nvPr>
            <p:ph type="subTitle" idx="2"/>
          </p:nvPr>
        </p:nvSpPr>
        <p:spPr>
          <a:xfrm>
            <a:off x="1011516" y="1795133"/>
            <a:ext cx="5021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5" name="Google Shape;1415;p19"/>
          <p:cNvSpPr txBox="1">
            <a:spLocks noGrp="1"/>
          </p:cNvSpPr>
          <p:nvPr>
            <p:ph type="subTitle" idx="3"/>
          </p:nvPr>
        </p:nvSpPr>
        <p:spPr>
          <a:xfrm>
            <a:off x="6159272" y="2219967"/>
            <a:ext cx="5021200" cy="138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6" name="Google Shape;1416;p19"/>
          <p:cNvSpPr txBox="1">
            <a:spLocks noGrp="1"/>
          </p:cNvSpPr>
          <p:nvPr>
            <p:ph type="subTitle" idx="4"/>
          </p:nvPr>
        </p:nvSpPr>
        <p:spPr>
          <a:xfrm>
            <a:off x="6159268" y="1795133"/>
            <a:ext cx="5021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7" name="Google Shape;1417;p19"/>
          <p:cNvSpPr txBox="1">
            <a:spLocks noGrp="1"/>
          </p:cNvSpPr>
          <p:nvPr>
            <p:ph type="subTitle" idx="5"/>
          </p:nvPr>
        </p:nvSpPr>
        <p:spPr>
          <a:xfrm>
            <a:off x="1011516" y="4470733"/>
            <a:ext cx="5021200" cy="1388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18" name="Google Shape;1418;p19"/>
          <p:cNvSpPr txBox="1">
            <a:spLocks noGrp="1"/>
          </p:cNvSpPr>
          <p:nvPr>
            <p:ph type="subTitle" idx="6"/>
          </p:nvPr>
        </p:nvSpPr>
        <p:spPr>
          <a:xfrm>
            <a:off x="1011516" y="4045900"/>
            <a:ext cx="50212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19" name="Google Shape;1419;p19"/>
          <p:cNvSpPr txBox="1">
            <a:spLocks noGrp="1"/>
          </p:cNvSpPr>
          <p:nvPr>
            <p:ph type="subTitle" idx="7"/>
          </p:nvPr>
        </p:nvSpPr>
        <p:spPr>
          <a:xfrm>
            <a:off x="6159272" y="4470733"/>
            <a:ext cx="5021200" cy="138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600">
                <a:solidFill>
                  <a:schemeClr val="dk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0" name="Google Shape;1420;p19"/>
          <p:cNvSpPr txBox="1">
            <a:spLocks noGrp="1"/>
          </p:cNvSpPr>
          <p:nvPr>
            <p:ph type="subTitle" idx="8"/>
          </p:nvPr>
        </p:nvSpPr>
        <p:spPr>
          <a:xfrm>
            <a:off x="6159268" y="4045900"/>
            <a:ext cx="50212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Tree>
    <p:extLst>
      <p:ext uri="{BB962C8B-B14F-4D97-AF65-F5344CB8AC3E}">
        <p14:creationId xmlns:p14="http://schemas.microsoft.com/office/powerpoint/2010/main" val="42059339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421"/>
        <p:cNvGrpSpPr/>
        <p:nvPr/>
      </p:nvGrpSpPr>
      <p:grpSpPr>
        <a:xfrm>
          <a:off x="0" y="0"/>
          <a:ext cx="0" cy="0"/>
          <a:chOff x="0" y="0"/>
          <a:chExt cx="0" cy="0"/>
        </a:xfrm>
      </p:grpSpPr>
      <p:sp>
        <p:nvSpPr>
          <p:cNvPr id="1422" name="Google Shape;1422;p20"/>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423" name="Google Shape;1423;p20"/>
          <p:cNvSpPr txBox="1">
            <a:spLocks noGrp="1"/>
          </p:cNvSpPr>
          <p:nvPr>
            <p:ph type="subTitle" idx="1"/>
          </p:nvPr>
        </p:nvSpPr>
        <p:spPr>
          <a:xfrm>
            <a:off x="999251" y="1981633"/>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4" name="Google Shape;1424;p20"/>
          <p:cNvSpPr txBox="1">
            <a:spLocks noGrp="1"/>
          </p:cNvSpPr>
          <p:nvPr>
            <p:ph type="subTitle" idx="2"/>
          </p:nvPr>
        </p:nvSpPr>
        <p:spPr>
          <a:xfrm>
            <a:off x="999249" y="1556833"/>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5" name="Google Shape;1425;p20"/>
          <p:cNvSpPr txBox="1">
            <a:spLocks noGrp="1"/>
          </p:cNvSpPr>
          <p:nvPr>
            <p:ph type="subTitle" idx="3"/>
          </p:nvPr>
        </p:nvSpPr>
        <p:spPr>
          <a:xfrm>
            <a:off x="999251" y="3396167"/>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6" name="Google Shape;1426;p20"/>
          <p:cNvSpPr txBox="1">
            <a:spLocks noGrp="1"/>
          </p:cNvSpPr>
          <p:nvPr>
            <p:ph type="subTitle" idx="4"/>
          </p:nvPr>
        </p:nvSpPr>
        <p:spPr>
          <a:xfrm>
            <a:off x="999249" y="2971367"/>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7" name="Google Shape;1427;p20"/>
          <p:cNvSpPr txBox="1">
            <a:spLocks noGrp="1"/>
          </p:cNvSpPr>
          <p:nvPr>
            <p:ph type="subTitle" idx="5"/>
          </p:nvPr>
        </p:nvSpPr>
        <p:spPr>
          <a:xfrm>
            <a:off x="999251" y="4810700"/>
            <a:ext cx="4963600" cy="89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28" name="Google Shape;1428;p20"/>
          <p:cNvSpPr txBox="1">
            <a:spLocks noGrp="1"/>
          </p:cNvSpPr>
          <p:nvPr>
            <p:ph type="subTitle" idx="6"/>
          </p:nvPr>
        </p:nvSpPr>
        <p:spPr>
          <a:xfrm>
            <a:off x="999249" y="4385900"/>
            <a:ext cx="4963600" cy="54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29" name="Google Shape;1429;p20"/>
          <p:cNvSpPr txBox="1">
            <a:spLocks noGrp="1"/>
          </p:cNvSpPr>
          <p:nvPr>
            <p:ph type="subTitle" idx="7"/>
          </p:nvPr>
        </p:nvSpPr>
        <p:spPr>
          <a:xfrm>
            <a:off x="6229149" y="1981633"/>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0" name="Google Shape;1430;p20"/>
          <p:cNvSpPr txBox="1">
            <a:spLocks noGrp="1"/>
          </p:cNvSpPr>
          <p:nvPr>
            <p:ph type="subTitle" idx="8"/>
          </p:nvPr>
        </p:nvSpPr>
        <p:spPr>
          <a:xfrm>
            <a:off x="6229149" y="1556833"/>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1" name="Google Shape;1431;p20"/>
          <p:cNvSpPr txBox="1">
            <a:spLocks noGrp="1"/>
          </p:cNvSpPr>
          <p:nvPr>
            <p:ph type="subTitle" idx="9"/>
          </p:nvPr>
        </p:nvSpPr>
        <p:spPr>
          <a:xfrm>
            <a:off x="6229149" y="3396167"/>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2" name="Google Shape;1432;p20"/>
          <p:cNvSpPr txBox="1">
            <a:spLocks noGrp="1"/>
          </p:cNvSpPr>
          <p:nvPr>
            <p:ph type="subTitle" idx="13"/>
          </p:nvPr>
        </p:nvSpPr>
        <p:spPr>
          <a:xfrm>
            <a:off x="6229149" y="2971367"/>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3" name="Google Shape;1433;p20"/>
          <p:cNvSpPr txBox="1">
            <a:spLocks noGrp="1"/>
          </p:cNvSpPr>
          <p:nvPr>
            <p:ph type="subTitle" idx="14"/>
          </p:nvPr>
        </p:nvSpPr>
        <p:spPr>
          <a:xfrm>
            <a:off x="6229149" y="4810700"/>
            <a:ext cx="4963600" cy="89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dk1"/>
              </a:buClr>
              <a:buSzPts val="1400"/>
              <a:buNone/>
              <a:defRPr sz="1600">
                <a:solidFill>
                  <a:schemeClr val="dk1"/>
                </a:solidFill>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2133"/>
              </a:spcBef>
              <a:spcAft>
                <a:spcPts val="0"/>
              </a:spcAft>
              <a:buClr>
                <a:schemeClr val="dk1"/>
              </a:buClr>
              <a:buSzPts val="1400"/>
              <a:buNone/>
              <a:defRPr>
                <a:solidFill>
                  <a:schemeClr val="dk1"/>
                </a:solidFill>
              </a:defRPr>
            </a:lvl3pPr>
            <a:lvl4pPr lvl="3" algn="ctr" rtl="0">
              <a:lnSpc>
                <a:spcPct val="100000"/>
              </a:lnSpc>
              <a:spcBef>
                <a:spcPts val="2133"/>
              </a:spcBef>
              <a:spcAft>
                <a:spcPts val="0"/>
              </a:spcAft>
              <a:buClr>
                <a:schemeClr val="dk1"/>
              </a:buClr>
              <a:buSzPts val="1400"/>
              <a:buNone/>
              <a:defRPr>
                <a:solidFill>
                  <a:schemeClr val="dk1"/>
                </a:solidFill>
              </a:defRPr>
            </a:lvl4pPr>
            <a:lvl5pPr lvl="4" algn="ctr" rtl="0">
              <a:lnSpc>
                <a:spcPct val="100000"/>
              </a:lnSpc>
              <a:spcBef>
                <a:spcPts val="2133"/>
              </a:spcBef>
              <a:spcAft>
                <a:spcPts val="0"/>
              </a:spcAft>
              <a:buClr>
                <a:schemeClr val="dk1"/>
              </a:buClr>
              <a:buSzPts val="1400"/>
              <a:buNone/>
              <a:defRPr>
                <a:solidFill>
                  <a:schemeClr val="dk1"/>
                </a:solidFill>
              </a:defRPr>
            </a:lvl5pPr>
            <a:lvl6pPr lvl="5" algn="ctr" rtl="0">
              <a:lnSpc>
                <a:spcPct val="100000"/>
              </a:lnSpc>
              <a:spcBef>
                <a:spcPts val="2133"/>
              </a:spcBef>
              <a:spcAft>
                <a:spcPts val="0"/>
              </a:spcAft>
              <a:buClr>
                <a:schemeClr val="dk1"/>
              </a:buClr>
              <a:buSzPts val="1400"/>
              <a:buNone/>
              <a:defRPr>
                <a:solidFill>
                  <a:schemeClr val="dk1"/>
                </a:solidFill>
              </a:defRPr>
            </a:lvl6pPr>
            <a:lvl7pPr lvl="6" algn="ctr" rtl="0">
              <a:lnSpc>
                <a:spcPct val="100000"/>
              </a:lnSpc>
              <a:spcBef>
                <a:spcPts val="2133"/>
              </a:spcBef>
              <a:spcAft>
                <a:spcPts val="0"/>
              </a:spcAft>
              <a:buClr>
                <a:schemeClr val="dk1"/>
              </a:buClr>
              <a:buSzPts val="1400"/>
              <a:buNone/>
              <a:defRPr>
                <a:solidFill>
                  <a:schemeClr val="dk1"/>
                </a:solidFill>
              </a:defRPr>
            </a:lvl7pPr>
            <a:lvl8pPr lvl="7" algn="ctr" rtl="0">
              <a:lnSpc>
                <a:spcPct val="100000"/>
              </a:lnSpc>
              <a:spcBef>
                <a:spcPts val="2133"/>
              </a:spcBef>
              <a:spcAft>
                <a:spcPts val="0"/>
              </a:spcAft>
              <a:buClr>
                <a:schemeClr val="dk1"/>
              </a:buClr>
              <a:buSzPts val="1400"/>
              <a:buNone/>
              <a:defRPr>
                <a:solidFill>
                  <a:schemeClr val="dk1"/>
                </a:solidFill>
              </a:defRPr>
            </a:lvl8pPr>
            <a:lvl9pPr lvl="8" algn="ctr" rtl="0">
              <a:lnSpc>
                <a:spcPct val="100000"/>
              </a:lnSpc>
              <a:spcBef>
                <a:spcPts val="2133"/>
              </a:spcBef>
              <a:spcAft>
                <a:spcPts val="2133"/>
              </a:spcAft>
              <a:buClr>
                <a:schemeClr val="dk1"/>
              </a:buClr>
              <a:buSzPts val="1400"/>
              <a:buNone/>
              <a:defRPr>
                <a:solidFill>
                  <a:schemeClr val="dk1"/>
                </a:solidFill>
              </a:defRPr>
            </a:lvl9pPr>
          </a:lstStyle>
          <a:p>
            <a:r>
              <a:rPr lang="en-US"/>
              <a:t>Click to edit Master subtitle style</a:t>
            </a:r>
            <a:endParaRPr/>
          </a:p>
        </p:txBody>
      </p:sp>
      <p:sp>
        <p:nvSpPr>
          <p:cNvPr id="1434" name="Google Shape;1434;p20"/>
          <p:cNvSpPr txBox="1">
            <a:spLocks noGrp="1"/>
          </p:cNvSpPr>
          <p:nvPr>
            <p:ph type="subTitle" idx="15"/>
          </p:nvPr>
        </p:nvSpPr>
        <p:spPr>
          <a:xfrm>
            <a:off x="6229149" y="4385900"/>
            <a:ext cx="4963600" cy="541600"/>
          </a:xfrm>
          <a:prstGeom prst="rect">
            <a:avLst/>
          </a:prstGeom>
        </p:spPr>
        <p:txBody>
          <a:bodyPr spcFirstLastPara="1" wrap="square" lIns="91425" tIns="91425" rIns="91425" bIns="91425" anchor="b" anchorCtr="0">
            <a:noAutofit/>
          </a:bodyPr>
          <a:lstStyle>
            <a:lvl1pPr lvl="0" algn="r" rtl="0">
              <a:lnSpc>
                <a:spcPct val="100000"/>
              </a:lnSpc>
              <a:spcBef>
                <a:spcPts val="0"/>
              </a:spcBef>
              <a:spcAft>
                <a:spcPts val="0"/>
              </a:spcAft>
              <a:buSzPts val="2000"/>
              <a:buFont typeface="Bebas Neue"/>
              <a:buNone/>
              <a:defRPr sz="2667" b="1">
                <a:solidFill>
                  <a:schemeClr val="dk1"/>
                </a:solidFill>
                <a:latin typeface="Marcellus"/>
                <a:ea typeface="Marcellus"/>
                <a:cs typeface="Marcellus"/>
                <a:sym typeface="Marcellus"/>
              </a:defRPr>
            </a:lvl1pPr>
            <a:lvl2pPr lvl="1" algn="ctr" rtl="0">
              <a:lnSpc>
                <a:spcPct val="100000"/>
              </a:lnSpc>
              <a:spcBef>
                <a:spcPts val="0"/>
              </a:spcBef>
              <a:spcAft>
                <a:spcPts val="0"/>
              </a:spcAft>
              <a:buSzPts val="2000"/>
              <a:buFont typeface="Bebas Neue"/>
              <a:buNone/>
              <a:defRPr sz="2667">
                <a:latin typeface="Bebas Neue"/>
                <a:ea typeface="Bebas Neue"/>
                <a:cs typeface="Bebas Neue"/>
                <a:sym typeface="Bebas Neue"/>
              </a:defRPr>
            </a:lvl2pPr>
            <a:lvl3pPr lvl="2" algn="ctr" rtl="0">
              <a:lnSpc>
                <a:spcPct val="100000"/>
              </a:lnSpc>
              <a:spcBef>
                <a:spcPts val="0"/>
              </a:spcBef>
              <a:spcAft>
                <a:spcPts val="0"/>
              </a:spcAft>
              <a:buSzPts val="2000"/>
              <a:buFont typeface="Bebas Neue"/>
              <a:buNone/>
              <a:defRPr sz="2667">
                <a:latin typeface="Bebas Neue"/>
                <a:ea typeface="Bebas Neue"/>
                <a:cs typeface="Bebas Neue"/>
                <a:sym typeface="Bebas Neue"/>
              </a:defRPr>
            </a:lvl3pPr>
            <a:lvl4pPr lvl="3" algn="ctr" rtl="0">
              <a:lnSpc>
                <a:spcPct val="100000"/>
              </a:lnSpc>
              <a:spcBef>
                <a:spcPts val="0"/>
              </a:spcBef>
              <a:spcAft>
                <a:spcPts val="0"/>
              </a:spcAft>
              <a:buSzPts val="2000"/>
              <a:buFont typeface="Bebas Neue"/>
              <a:buNone/>
              <a:defRPr sz="2667">
                <a:latin typeface="Bebas Neue"/>
                <a:ea typeface="Bebas Neue"/>
                <a:cs typeface="Bebas Neue"/>
                <a:sym typeface="Bebas Neue"/>
              </a:defRPr>
            </a:lvl4pPr>
            <a:lvl5pPr lvl="4" algn="ctr" rtl="0">
              <a:lnSpc>
                <a:spcPct val="100000"/>
              </a:lnSpc>
              <a:spcBef>
                <a:spcPts val="0"/>
              </a:spcBef>
              <a:spcAft>
                <a:spcPts val="0"/>
              </a:spcAft>
              <a:buSzPts val="2000"/>
              <a:buFont typeface="Bebas Neue"/>
              <a:buNone/>
              <a:defRPr sz="2667">
                <a:latin typeface="Bebas Neue"/>
                <a:ea typeface="Bebas Neue"/>
                <a:cs typeface="Bebas Neue"/>
                <a:sym typeface="Bebas Neue"/>
              </a:defRPr>
            </a:lvl5pPr>
            <a:lvl6pPr lvl="5" algn="ctr" rtl="0">
              <a:lnSpc>
                <a:spcPct val="100000"/>
              </a:lnSpc>
              <a:spcBef>
                <a:spcPts val="0"/>
              </a:spcBef>
              <a:spcAft>
                <a:spcPts val="0"/>
              </a:spcAft>
              <a:buSzPts val="2000"/>
              <a:buFont typeface="Bebas Neue"/>
              <a:buNone/>
              <a:defRPr sz="2667">
                <a:latin typeface="Bebas Neue"/>
                <a:ea typeface="Bebas Neue"/>
                <a:cs typeface="Bebas Neue"/>
                <a:sym typeface="Bebas Neue"/>
              </a:defRPr>
            </a:lvl6pPr>
            <a:lvl7pPr lvl="6" algn="ctr" rtl="0">
              <a:lnSpc>
                <a:spcPct val="100000"/>
              </a:lnSpc>
              <a:spcBef>
                <a:spcPts val="0"/>
              </a:spcBef>
              <a:spcAft>
                <a:spcPts val="0"/>
              </a:spcAft>
              <a:buSzPts val="2000"/>
              <a:buFont typeface="Bebas Neue"/>
              <a:buNone/>
              <a:defRPr sz="2667">
                <a:latin typeface="Bebas Neue"/>
                <a:ea typeface="Bebas Neue"/>
                <a:cs typeface="Bebas Neue"/>
                <a:sym typeface="Bebas Neue"/>
              </a:defRPr>
            </a:lvl7pPr>
            <a:lvl8pPr lvl="7" algn="ctr" rtl="0">
              <a:lnSpc>
                <a:spcPct val="100000"/>
              </a:lnSpc>
              <a:spcBef>
                <a:spcPts val="0"/>
              </a:spcBef>
              <a:spcAft>
                <a:spcPts val="0"/>
              </a:spcAft>
              <a:buSzPts val="2000"/>
              <a:buFont typeface="Bebas Neue"/>
              <a:buNone/>
              <a:defRPr sz="2667">
                <a:latin typeface="Bebas Neue"/>
                <a:ea typeface="Bebas Neue"/>
                <a:cs typeface="Bebas Neue"/>
                <a:sym typeface="Bebas Neue"/>
              </a:defRPr>
            </a:lvl8pPr>
            <a:lvl9pPr lvl="8" algn="ctr" rtl="0">
              <a:lnSpc>
                <a:spcPct val="100000"/>
              </a:lnSpc>
              <a:spcBef>
                <a:spcPts val="0"/>
              </a:spcBef>
              <a:spcAft>
                <a:spcPts val="0"/>
              </a:spcAft>
              <a:buSzPts val="2000"/>
              <a:buFont typeface="Bebas Neue"/>
              <a:buNone/>
              <a:defRPr sz="2667">
                <a:latin typeface="Bebas Neue"/>
                <a:ea typeface="Bebas Neue"/>
                <a:cs typeface="Bebas Neue"/>
                <a:sym typeface="Bebas Neue"/>
              </a:defRPr>
            </a:lvl9pPr>
          </a:lstStyle>
          <a:p>
            <a:r>
              <a:rPr lang="en-US"/>
              <a:t>Click to edit Master subtitle style</a:t>
            </a:r>
            <a:endParaRPr/>
          </a:p>
        </p:txBody>
      </p:sp>
      <p:sp>
        <p:nvSpPr>
          <p:cNvPr id="1435" name="Google Shape;1435;p20"/>
          <p:cNvSpPr/>
          <p:nvPr/>
        </p:nvSpPr>
        <p:spPr>
          <a:xfrm>
            <a:off x="-2574234" y="5175666"/>
            <a:ext cx="17094067" cy="2811900"/>
          </a:xfrm>
          <a:custGeom>
            <a:avLst/>
            <a:gdLst/>
            <a:ahLst/>
            <a:cxnLst/>
            <a:rect l="l" t="t" r="r" b="b"/>
            <a:pathLst>
              <a:path w="512822" h="84357" extrusionOk="0">
                <a:moveTo>
                  <a:pt x="483346" y="20125"/>
                </a:moveTo>
                <a:cubicBezTo>
                  <a:pt x="478306" y="11830"/>
                  <a:pt x="474652" y="25453"/>
                  <a:pt x="453107" y="25909"/>
                </a:cubicBezTo>
                <a:cubicBezTo>
                  <a:pt x="431562" y="26365"/>
                  <a:pt x="393279" y="23277"/>
                  <a:pt x="354075" y="22861"/>
                </a:cubicBezTo>
                <a:cubicBezTo>
                  <a:pt x="314871" y="22446"/>
                  <a:pt x="252179" y="22368"/>
                  <a:pt x="217884" y="23416"/>
                </a:cubicBezTo>
                <a:cubicBezTo>
                  <a:pt x="183589" y="24464"/>
                  <a:pt x="178363" y="32205"/>
                  <a:pt x="148307" y="29151"/>
                </a:cubicBezTo>
                <a:cubicBezTo>
                  <a:pt x="118251" y="26097"/>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436" name="Google Shape;1436;p20"/>
          <p:cNvSpPr/>
          <p:nvPr/>
        </p:nvSpPr>
        <p:spPr>
          <a:xfrm>
            <a:off x="-1618128" y="5384316"/>
            <a:ext cx="15528800" cy="2803033"/>
          </a:xfrm>
          <a:custGeom>
            <a:avLst/>
            <a:gdLst/>
            <a:ahLst/>
            <a:cxnLst/>
            <a:rect l="l" t="t" r="r" b="b"/>
            <a:pathLst>
              <a:path w="465864" h="84091" extrusionOk="0">
                <a:moveTo>
                  <a:pt x="26777" y="19859"/>
                </a:moveTo>
                <a:cubicBezTo>
                  <a:pt x="35772" y="10473"/>
                  <a:pt x="59081" y="18392"/>
                  <a:pt x="80748" y="19096"/>
                </a:cubicBezTo>
                <a:cubicBezTo>
                  <a:pt x="102416" y="19800"/>
                  <a:pt x="128741" y="24066"/>
                  <a:pt x="156782" y="24084"/>
                </a:cubicBezTo>
                <a:cubicBezTo>
                  <a:pt x="184823" y="24102"/>
                  <a:pt x="221010" y="19256"/>
                  <a:pt x="248992" y="19205"/>
                </a:cubicBezTo>
                <a:cubicBezTo>
                  <a:pt x="276974" y="19154"/>
                  <a:pt x="294213" y="26176"/>
                  <a:pt x="324674" y="23780"/>
                </a:cubicBezTo>
                <a:cubicBezTo>
                  <a:pt x="355135" y="21384"/>
                  <a:pt x="411092" y="7659"/>
                  <a:pt x="431757" y="4827"/>
                </a:cubicBezTo>
                <a:cubicBezTo>
                  <a:pt x="452422" y="1995"/>
                  <a:pt x="445846" y="-5412"/>
                  <a:pt x="448664" y="6788"/>
                </a:cubicBezTo>
                <a:cubicBezTo>
                  <a:pt x="451482" y="18988"/>
                  <a:pt x="451750" y="65718"/>
                  <a:pt x="448664" y="78027"/>
                </a:cubicBezTo>
                <a:cubicBezTo>
                  <a:pt x="445578" y="90336"/>
                  <a:pt x="499790" y="79988"/>
                  <a:pt x="430146" y="80641"/>
                </a:cubicBezTo>
                <a:cubicBezTo>
                  <a:pt x="360502" y="81295"/>
                  <a:pt x="98030" y="82820"/>
                  <a:pt x="30802" y="81948"/>
                </a:cubicBezTo>
                <a:cubicBezTo>
                  <a:pt x="-36426" y="81077"/>
                  <a:pt x="27448" y="85760"/>
                  <a:pt x="26777" y="75412"/>
                </a:cubicBezTo>
                <a:cubicBezTo>
                  <a:pt x="26106" y="65064"/>
                  <a:pt x="17782" y="29245"/>
                  <a:pt x="26777" y="19859"/>
                </a:cubicBezTo>
                <a:close/>
              </a:path>
            </a:pathLst>
          </a:custGeom>
          <a:solidFill>
            <a:schemeClr val="dk2"/>
          </a:solidFill>
          <a:ln>
            <a:noFill/>
          </a:ln>
        </p:spPr>
      </p:sp>
      <p:grpSp>
        <p:nvGrpSpPr>
          <p:cNvPr id="1437" name="Google Shape;1437;p20"/>
          <p:cNvGrpSpPr/>
          <p:nvPr/>
        </p:nvGrpSpPr>
        <p:grpSpPr>
          <a:xfrm>
            <a:off x="11397213" y="5175680"/>
            <a:ext cx="652655" cy="964185"/>
            <a:chOff x="-287452" y="1948281"/>
            <a:chExt cx="325850" cy="481355"/>
          </a:xfrm>
        </p:grpSpPr>
        <p:sp>
          <p:nvSpPr>
            <p:cNvPr id="1438" name="Google Shape;1438;p20"/>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20"/>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20"/>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0"/>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42" name="Google Shape;1442;p20"/>
          <p:cNvGrpSpPr/>
          <p:nvPr/>
        </p:nvGrpSpPr>
        <p:grpSpPr>
          <a:xfrm>
            <a:off x="-27200" y="6183535"/>
            <a:ext cx="12246400" cy="686699"/>
            <a:chOff x="-20400" y="4637651"/>
            <a:chExt cx="9184800" cy="515024"/>
          </a:xfrm>
        </p:grpSpPr>
        <p:sp>
          <p:nvSpPr>
            <p:cNvPr id="1443" name="Google Shape;1443;p20"/>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444" name="Google Shape;1444;p20"/>
            <p:cNvGrpSpPr/>
            <p:nvPr/>
          </p:nvGrpSpPr>
          <p:grpSpPr>
            <a:xfrm>
              <a:off x="335951" y="4637651"/>
              <a:ext cx="8472099" cy="486325"/>
              <a:chOff x="432948" y="4542401"/>
              <a:chExt cx="8472099" cy="486325"/>
            </a:xfrm>
          </p:grpSpPr>
          <p:sp>
            <p:nvSpPr>
              <p:cNvPr id="1445" name="Google Shape;1445;p20"/>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6" name="Google Shape;1446;p20"/>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20"/>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0"/>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0"/>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0"/>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20"/>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20"/>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0"/>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0"/>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0"/>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6" name="Google Shape;1456;p20"/>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7" name="Google Shape;1457;p20"/>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0"/>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0"/>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0" name="Google Shape;1460;p20"/>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1" name="Google Shape;1461;p20"/>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0"/>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0"/>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4" name="Google Shape;1464;p20"/>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5" name="Google Shape;1465;p20"/>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0"/>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0"/>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8" name="Google Shape;1468;p20"/>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9" name="Google Shape;1469;p20"/>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0"/>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0"/>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2" name="Google Shape;1472;p20"/>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3" name="Google Shape;1473;p20"/>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4" name="Google Shape;1474;p20"/>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0"/>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0"/>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0"/>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8" name="Google Shape;1478;p20"/>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9" name="Google Shape;1479;p20"/>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0" name="Google Shape;1480;p20"/>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1" name="Google Shape;1481;p20"/>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482" name="Google Shape;1482;p20"/>
          <p:cNvGrpSpPr/>
          <p:nvPr/>
        </p:nvGrpSpPr>
        <p:grpSpPr>
          <a:xfrm>
            <a:off x="218545" y="5100736"/>
            <a:ext cx="434604" cy="915968"/>
            <a:chOff x="659672" y="1912000"/>
            <a:chExt cx="262823" cy="553923"/>
          </a:xfrm>
        </p:grpSpPr>
        <p:sp>
          <p:nvSpPr>
            <p:cNvPr id="1483" name="Google Shape;1483;p20"/>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20"/>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85" name="Google Shape;1485;p20"/>
          <p:cNvGrpSpPr/>
          <p:nvPr/>
        </p:nvGrpSpPr>
        <p:grpSpPr>
          <a:xfrm>
            <a:off x="-687023" y="2878837"/>
            <a:ext cx="1374029" cy="597828"/>
            <a:chOff x="1688595" y="4276214"/>
            <a:chExt cx="1030522" cy="448371"/>
          </a:xfrm>
        </p:grpSpPr>
        <p:sp>
          <p:nvSpPr>
            <p:cNvPr id="1486" name="Google Shape;1486;p20"/>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7" name="Google Shape;1487;p20"/>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20"/>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20"/>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90" name="Google Shape;1490;p20"/>
          <p:cNvGrpSpPr/>
          <p:nvPr/>
        </p:nvGrpSpPr>
        <p:grpSpPr>
          <a:xfrm>
            <a:off x="11126261" y="94948"/>
            <a:ext cx="2131459" cy="1005080"/>
            <a:chOff x="6734221" y="539399"/>
            <a:chExt cx="1598594" cy="753810"/>
          </a:xfrm>
        </p:grpSpPr>
        <p:sp>
          <p:nvSpPr>
            <p:cNvPr id="1491" name="Google Shape;1491;p20"/>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2" name="Google Shape;1492;p20"/>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3" name="Google Shape;1493;p20"/>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4" name="Google Shape;1494;p20"/>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5" name="Google Shape;1495;p20"/>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6" name="Google Shape;1496;p20"/>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7" name="Google Shape;1497;p20"/>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8" name="Google Shape;1498;p20"/>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9" name="Google Shape;1499;p20"/>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00" name="Google Shape;1500;p20"/>
          <p:cNvGrpSpPr/>
          <p:nvPr/>
        </p:nvGrpSpPr>
        <p:grpSpPr>
          <a:xfrm>
            <a:off x="4033228" y="-530519"/>
            <a:ext cx="2131459" cy="1005080"/>
            <a:chOff x="6734221" y="539399"/>
            <a:chExt cx="1598594" cy="753810"/>
          </a:xfrm>
        </p:grpSpPr>
        <p:sp>
          <p:nvSpPr>
            <p:cNvPr id="1501" name="Google Shape;1501;p20"/>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2" name="Google Shape;1502;p20"/>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3" name="Google Shape;1503;p20"/>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4" name="Google Shape;1504;p20"/>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5" name="Google Shape;1505;p20"/>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6" name="Google Shape;1506;p20"/>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7" name="Google Shape;1507;p20"/>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8" name="Google Shape;1508;p20"/>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9" name="Google Shape;1509;p20"/>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10" name="Google Shape;1510;p20"/>
          <p:cNvGrpSpPr/>
          <p:nvPr/>
        </p:nvGrpSpPr>
        <p:grpSpPr>
          <a:xfrm>
            <a:off x="11504994" y="3695537"/>
            <a:ext cx="1374029" cy="597828"/>
            <a:chOff x="1688595" y="4276214"/>
            <a:chExt cx="1030522" cy="448371"/>
          </a:xfrm>
        </p:grpSpPr>
        <p:sp>
          <p:nvSpPr>
            <p:cNvPr id="1511" name="Google Shape;1511;p20"/>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20"/>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20"/>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20"/>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4603970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515"/>
        <p:cNvGrpSpPr/>
        <p:nvPr/>
      </p:nvGrpSpPr>
      <p:grpSpPr>
        <a:xfrm>
          <a:off x="0" y="0"/>
          <a:ext cx="0" cy="0"/>
          <a:chOff x="0" y="0"/>
          <a:chExt cx="0" cy="0"/>
        </a:xfrm>
      </p:grpSpPr>
      <p:sp>
        <p:nvSpPr>
          <p:cNvPr id="1516" name="Google Shape;1516;p21"/>
          <p:cNvSpPr txBox="1">
            <a:spLocks noGrp="1"/>
          </p:cNvSpPr>
          <p:nvPr>
            <p:ph type="title" hasCustomPrompt="1"/>
          </p:nvPr>
        </p:nvSpPr>
        <p:spPr>
          <a:xfrm>
            <a:off x="950833" y="1211751"/>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17" name="Google Shape;1517;p21"/>
          <p:cNvSpPr txBox="1">
            <a:spLocks noGrp="1"/>
          </p:cNvSpPr>
          <p:nvPr>
            <p:ph type="subTitle" idx="1"/>
          </p:nvPr>
        </p:nvSpPr>
        <p:spPr>
          <a:xfrm>
            <a:off x="950833" y="2072417"/>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18" name="Google Shape;1518;p21"/>
          <p:cNvSpPr txBox="1">
            <a:spLocks noGrp="1"/>
          </p:cNvSpPr>
          <p:nvPr>
            <p:ph type="title" idx="2" hasCustomPrompt="1"/>
          </p:nvPr>
        </p:nvSpPr>
        <p:spPr>
          <a:xfrm>
            <a:off x="6105849" y="1212300"/>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19" name="Google Shape;1519;p21"/>
          <p:cNvSpPr txBox="1">
            <a:spLocks noGrp="1"/>
          </p:cNvSpPr>
          <p:nvPr>
            <p:ph type="subTitle" idx="3"/>
          </p:nvPr>
        </p:nvSpPr>
        <p:spPr>
          <a:xfrm>
            <a:off x="6105849" y="2071883"/>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20" name="Google Shape;1520;p21"/>
          <p:cNvSpPr txBox="1">
            <a:spLocks noGrp="1"/>
          </p:cNvSpPr>
          <p:nvPr>
            <p:ph type="title" idx="4" hasCustomPrompt="1"/>
          </p:nvPr>
        </p:nvSpPr>
        <p:spPr>
          <a:xfrm>
            <a:off x="3528341" y="2907867"/>
            <a:ext cx="5135200" cy="860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667"/>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21" name="Google Shape;1521;p21"/>
          <p:cNvSpPr txBox="1">
            <a:spLocks noGrp="1"/>
          </p:cNvSpPr>
          <p:nvPr>
            <p:ph type="subTitle" idx="5"/>
          </p:nvPr>
        </p:nvSpPr>
        <p:spPr>
          <a:xfrm>
            <a:off x="3528416" y="3767449"/>
            <a:ext cx="5135200" cy="54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Font typeface="PT Sans"/>
              <a:buNone/>
              <a:defRPr sz="1600">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22" name="Google Shape;1522;p21"/>
          <p:cNvSpPr/>
          <p:nvPr/>
        </p:nvSpPr>
        <p:spPr>
          <a:xfrm>
            <a:off x="-2574234" y="4118706"/>
            <a:ext cx="17094067" cy="3663933"/>
          </a:xfrm>
          <a:custGeom>
            <a:avLst/>
            <a:gdLst/>
            <a:ahLst/>
            <a:cxnLst/>
            <a:rect l="l" t="t" r="r" b="b"/>
            <a:pathLst>
              <a:path w="512822" h="109918" extrusionOk="0">
                <a:moveTo>
                  <a:pt x="483346" y="34818"/>
                </a:moveTo>
                <a:cubicBezTo>
                  <a:pt x="477461" y="21124"/>
                  <a:pt x="469715" y="15736"/>
                  <a:pt x="448036" y="17606"/>
                </a:cubicBezTo>
                <a:cubicBezTo>
                  <a:pt x="426357" y="19476"/>
                  <a:pt x="383322" y="43958"/>
                  <a:pt x="353271" y="46036"/>
                </a:cubicBezTo>
                <a:cubicBezTo>
                  <a:pt x="323221" y="48114"/>
                  <a:pt x="301894" y="30187"/>
                  <a:pt x="267733" y="30076"/>
                </a:cubicBezTo>
                <a:cubicBezTo>
                  <a:pt x="233572" y="29965"/>
                  <a:pt x="185340" y="50151"/>
                  <a:pt x="148307" y="45371"/>
                </a:cubicBezTo>
                <a:cubicBezTo>
                  <a:pt x="111274" y="40591"/>
                  <a:pt x="67096" y="5703"/>
                  <a:pt x="45534" y="1397"/>
                </a:cubicBezTo>
                <a:cubicBezTo>
                  <a:pt x="23972" y="-2909"/>
                  <a:pt x="23367" y="2631"/>
                  <a:pt x="18934" y="19536"/>
                </a:cubicBezTo>
                <a:cubicBezTo>
                  <a:pt x="14501" y="36441"/>
                  <a:pt x="15537" y="88437"/>
                  <a:pt x="18934" y="102828"/>
                </a:cubicBezTo>
                <a:cubicBezTo>
                  <a:pt x="22332" y="117219"/>
                  <a:pt x="-37344" y="105120"/>
                  <a:pt x="39319" y="105884"/>
                </a:cubicBezTo>
                <a:cubicBezTo>
                  <a:pt x="115983" y="106648"/>
                  <a:pt x="404911" y="108432"/>
                  <a:pt x="478915" y="107413"/>
                </a:cubicBezTo>
                <a:cubicBezTo>
                  <a:pt x="552920" y="106394"/>
                  <a:pt x="482608" y="111870"/>
                  <a:pt x="483346" y="99771"/>
                </a:cubicBezTo>
                <a:cubicBezTo>
                  <a:pt x="484085" y="87672"/>
                  <a:pt x="489231" y="48512"/>
                  <a:pt x="483346" y="34818"/>
                </a:cubicBezTo>
                <a:close/>
              </a:path>
            </a:pathLst>
          </a:custGeom>
          <a:solidFill>
            <a:srgbClr val="A9874B">
              <a:alpha val="33930"/>
            </a:srgbClr>
          </a:solidFill>
          <a:ln>
            <a:noFill/>
          </a:ln>
        </p:spPr>
      </p:sp>
      <p:sp>
        <p:nvSpPr>
          <p:cNvPr id="1523" name="Google Shape;1523;p21"/>
          <p:cNvSpPr/>
          <p:nvPr/>
        </p:nvSpPr>
        <p:spPr>
          <a:xfrm>
            <a:off x="-1618128" y="5058516"/>
            <a:ext cx="15528800" cy="2803033"/>
          </a:xfrm>
          <a:custGeom>
            <a:avLst/>
            <a:gdLst/>
            <a:ahLst/>
            <a:cxnLst/>
            <a:rect l="l" t="t" r="r" b="b"/>
            <a:pathLst>
              <a:path w="465864" h="84091" extrusionOk="0">
                <a:moveTo>
                  <a:pt x="26777" y="19859"/>
                </a:moveTo>
                <a:cubicBezTo>
                  <a:pt x="36308" y="8774"/>
                  <a:pt x="60479" y="7265"/>
                  <a:pt x="83962" y="8899"/>
                </a:cubicBezTo>
                <a:cubicBezTo>
                  <a:pt x="107445" y="10533"/>
                  <a:pt x="140169" y="27945"/>
                  <a:pt x="167674" y="29663"/>
                </a:cubicBezTo>
                <a:cubicBezTo>
                  <a:pt x="195179" y="31381"/>
                  <a:pt x="222825" y="20186"/>
                  <a:pt x="248992" y="19205"/>
                </a:cubicBezTo>
                <a:cubicBezTo>
                  <a:pt x="275159" y="18225"/>
                  <a:pt x="294213" y="26176"/>
                  <a:pt x="324674" y="23780"/>
                </a:cubicBezTo>
                <a:cubicBezTo>
                  <a:pt x="355135" y="21384"/>
                  <a:pt x="411092" y="7659"/>
                  <a:pt x="431757" y="4827"/>
                </a:cubicBezTo>
                <a:cubicBezTo>
                  <a:pt x="452422" y="1995"/>
                  <a:pt x="445846" y="-5412"/>
                  <a:pt x="448664" y="6788"/>
                </a:cubicBezTo>
                <a:cubicBezTo>
                  <a:pt x="451482" y="18988"/>
                  <a:pt x="451750" y="65718"/>
                  <a:pt x="448664" y="78027"/>
                </a:cubicBezTo>
                <a:cubicBezTo>
                  <a:pt x="445578" y="90336"/>
                  <a:pt x="499790" y="79988"/>
                  <a:pt x="430146" y="80641"/>
                </a:cubicBezTo>
                <a:cubicBezTo>
                  <a:pt x="360502" y="81295"/>
                  <a:pt x="98030" y="82820"/>
                  <a:pt x="30802" y="81948"/>
                </a:cubicBezTo>
                <a:cubicBezTo>
                  <a:pt x="-36426" y="81077"/>
                  <a:pt x="27448" y="85760"/>
                  <a:pt x="26777" y="75412"/>
                </a:cubicBezTo>
                <a:cubicBezTo>
                  <a:pt x="26106" y="65064"/>
                  <a:pt x="17246" y="30945"/>
                  <a:pt x="26777" y="19859"/>
                </a:cubicBezTo>
                <a:close/>
              </a:path>
            </a:pathLst>
          </a:custGeom>
          <a:solidFill>
            <a:schemeClr val="dk2"/>
          </a:solidFill>
          <a:ln>
            <a:noFill/>
          </a:ln>
        </p:spPr>
      </p:sp>
      <p:grpSp>
        <p:nvGrpSpPr>
          <p:cNvPr id="1524" name="Google Shape;1524;p21"/>
          <p:cNvGrpSpPr/>
          <p:nvPr/>
        </p:nvGrpSpPr>
        <p:grpSpPr>
          <a:xfrm>
            <a:off x="5936089" y="5454981"/>
            <a:ext cx="493249" cy="728643"/>
            <a:chOff x="-287452" y="1948281"/>
            <a:chExt cx="325850" cy="481355"/>
          </a:xfrm>
        </p:grpSpPr>
        <p:sp>
          <p:nvSpPr>
            <p:cNvPr id="1525" name="Google Shape;1525;p21"/>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21"/>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21"/>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21"/>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9" name="Google Shape;1529;p21"/>
          <p:cNvGrpSpPr/>
          <p:nvPr/>
        </p:nvGrpSpPr>
        <p:grpSpPr>
          <a:xfrm>
            <a:off x="11532179" y="4951348"/>
            <a:ext cx="493231" cy="1039529"/>
            <a:chOff x="659672" y="1912000"/>
            <a:chExt cx="262823" cy="553923"/>
          </a:xfrm>
        </p:grpSpPr>
        <p:sp>
          <p:nvSpPr>
            <p:cNvPr id="1530" name="Google Shape;1530;p2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2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32" name="Google Shape;1532;p21"/>
          <p:cNvGrpSpPr/>
          <p:nvPr/>
        </p:nvGrpSpPr>
        <p:grpSpPr>
          <a:xfrm>
            <a:off x="-27200" y="6183535"/>
            <a:ext cx="12246400" cy="686699"/>
            <a:chOff x="-20400" y="4637651"/>
            <a:chExt cx="9184800" cy="515024"/>
          </a:xfrm>
        </p:grpSpPr>
        <p:sp>
          <p:nvSpPr>
            <p:cNvPr id="1533" name="Google Shape;1533;p21"/>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34" name="Google Shape;1534;p21"/>
            <p:cNvGrpSpPr/>
            <p:nvPr/>
          </p:nvGrpSpPr>
          <p:grpSpPr>
            <a:xfrm>
              <a:off x="335951" y="4637651"/>
              <a:ext cx="8472099" cy="486325"/>
              <a:chOff x="432948" y="4542401"/>
              <a:chExt cx="8472099" cy="486325"/>
            </a:xfrm>
          </p:grpSpPr>
          <p:sp>
            <p:nvSpPr>
              <p:cNvPr id="1535" name="Google Shape;1535;p21"/>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21"/>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21"/>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21"/>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21"/>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21"/>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21"/>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21"/>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21"/>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21"/>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21"/>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21"/>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21"/>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8" name="Google Shape;1548;p21"/>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9" name="Google Shape;1549;p21"/>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21"/>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21"/>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21"/>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21"/>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21"/>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21"/>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21"/>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7" name="Google Shape;1557;p21"/>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8" name="Google Shape;1558;p21"/>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9" name="Google Shape;1559;p21"/>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0" name="Google Shape;1560;p21"/>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1" name="Google Shape;1561;p21"/>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2" name="Google Shape;1562;p21"/>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3" name="Google Shape;1563;p21"/>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4" name="Google Shape;1564;p21"/>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21"/>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21"/>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7" name="Google Shape;1567;p21"/>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8" name="Google Shape;1568;p21"/>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21"/>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21"/>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1" name="Google Shape;1571;p21"/>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572" name="Google Shape;1572;p21"/>
          <p:cNvGrpSpPr/>
          <p:nvPr/>
        </p:nvGrpSpPr>
        <p:grpSpPr>
          <a:xfrm>
            <a:off x="634176" y="5058511"/>
            <a:ext cx="391536" cy="825199"/>
            <a:chOff x="659672" y="1912000"/>
            <a:chExt cx="262823" cy="553923"/>
          </a:xfrm>
        </p:grpSpPr>
        <p:sp>
          <p:nvSpPr>
            <p:cNvPr id="1573" name="Google Shape;1573;p21"/>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4" name="Google Shape;1574;p21"/>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75" name="Google Shape;1575;p21"/>
          <p:cNvGrpSpPr/>
          <p:nvPr/>
        </p:nvGrpSpPr>
        <p:grpSpPr>
          <a:xfrm>
            <a:off x="2048727" y="345486"/>
            <a:ext cx="1374029" cy="597828"/>
            <a:chOff x="1688595" y="4276214"/>
            <a:chExt cx="1030522" cy="448371"/>
          </a:xfrm>
        </p:grpSpPr>
        <p:sp>
          <p:nvSpPr>
            <p:cNvPr id="1576" name="Google Shape;1576;p21"/>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7" name="Google Shape;1577;p21"/>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8" name="Google Shape;1578;p21"/>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9" name="Google Shape;1579;p21"/>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80" name="Google Shape;1580;p21"/>
          <p:cNvGrpSpPr/>
          <p:nvPr/>
        </p:nvGrpSpPr>
        <p:grpSpPr>
          <a:xfrm>
            <a:off x="10713044" y="3053748"/>
            <a:ext cx="2131459" cy="1005080"/>
            <a:chOff x="6734221" y="539399"/>
            <a:chExt cx="1598594" cy="753810"/>
          </a:xfrm>
        </p:grpSpPr>
        <p:sp>
          <p:nvSpPr>
            <p:cNvPr id="1581" name="Google Shape;1581;p2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2" name="Google Shape;1582;p2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2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2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2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2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7" name="Google Shape;1587;p2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8" name="Google Shape;1588;p2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9" name="Google Shape;1589;p2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90" name="Google Shape;1590;p21"/>
          <p:cNvGrpSpPr/>
          <p:nvPr/>
        </p:nvGrpSpPr>
        <p:grpSpPr>
          <a:xfrm>
            <a:off x="-796472" y="3254648"/>
            <a:ext cx="2131459" cy="1005080"/>
            <a:chOff x="6734221" y="539399"/>
            <a:chExt cx="1598594" cy="753810"/>
          </a:xfrm>
        </p:grpSpPr>
        <p:sp>
          <p:nvSpPr>
            <p:cNvPr id="1591" name="Google Shape;1591;p21"/>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2" name="Google Shape;1592;p21"/>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21"/>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21"/>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5" name="Google Shape;1595;p21"/>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6" name="Google Shape;1596;p21"/>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21"/>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21"/>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21"/>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00" name="Google Shape;1600;p21"/>
          <p:cNvGrpSpPr/>
          <p:nvPr/>
        </p:nvGrpSpPr>
        <p:grpSpPr>
          <a:xfrm>
            <a:off x="5667216" y="76528"/>
            <a:ext cx="2951401" cy="1135736"/>
            <a:chOff x="3352611" y="546734"/>
            <a:chExt cx="2213551" cy="851802"/>
          </a:xfrm>
        </p:grpSpPr>
        <p:sp>
          <p:nvSpPr>
            <p:cNvPr id="1601" name="Google Shape;1601;p21"/>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02" name="Google Shape;1602;p21"/>
            <p:cNvGrpSpPr/>
            <p:nvPr/>
          </p:nvGrpSpPr>
          <p:grpSpPr>
            <a:xfrm>
              <a:off x="3352611" y="546734"/>
              <a:ext cx="2077576" cy="851802"/>
              <a:chOff x="3352611" y="546734"/>
              <a:chExt cx="2077576" cy="851802"/>
            </a:xfrm>
          </p:grpSpPr>
          <p:sp>
            <p:nvSpPr>
              <p:cNvPr id="1603" name="Google Shape;1603;p21"/>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21"/>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21"/>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21"/>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21"/>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21"/>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21"/>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21"/>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21"/>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2256704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1612"/>
        <p:cNvGrpSpPr/>
        <p:nvPr/>
      </p:nvGrpSpPr>
      <p:grpSpPr>
        <a:xfrm>
          <a:off x="0" y="0"/>
          <a:ext cx="0" cy="0"/>
          <a:chOff x="0" y="0"/>
          <a:chExt cx="0" cy="0"/>
        </a:xfrm>
      </p:grpSpPr>
      <p:sp>
        <p:nvSpPr>
          <p:cNvPr id="1613" name="Google Shape;1613;p22"/>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
        <p:nvSpPr>
          <p:cNvPr id="1614" name="Google Shape;1614;p22"/>
          <p:cNvSpPr/>
          <p:nvPr/>
        </p:nvSpPr>
        <p:spPr>
          <a:xfrm>
            <a:off x="-2574234" y="5175666"/>
            <a:ext cx="17094067" cy="2811900"/>
          </a:xfrm>
          <a:custGeom>
            <a:avLst/>
            <a:gdLst/>
            <a:ahLst/>
            <a:cxnLst/>
            <a:rect l="l" t="t" r="r" b="b"/>
            <a:pathLst>
              <a:path w="512822" h="84357" extrusionOk="0">
                <a:moveTo>
                  <a:pt x="483346" y="20125"/>
                </a:moveTo>
                <a:cubicBezTo>
                  <a:pt x="478306" y="11830"/>
                  <a:pt x="472442" y="24559"/>
                  <a:pt x="453107" y="25909"/>
                </a:cubicBezTo>
                <a:cubicBezTo>
                  <a:pt x="433773" y="27259"/>
                  <a:pt x="406864" y="27594"/>
                  <a:pt x="367339" y="28223"/>
                </a:cubicBezTo>
                <a:cubicBezTo>
                  <a:pt x="327814" y="28852"/>
                  <a:pt x="252464" y="29530"/>
                  <a:pt x="215959" y="29685"/>
                </a:cubicBezTo>
                <a:cubicBezTo>
                  <a:pt x="179454" y="29840"/>
                  <a:pt x="178043" y="33250"/>
                  <a:pt x="148307" y="29151"/>
                </a:cubicBezTo>
                <a:cubicBezTo>
                  <a:pt x="118572" y="25052"/>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615" name="Google Shape;1615;p22"/>
          <p:cNvSpPr/>
          <p:nvPr/>
        </p:nvSpPr>
        <p:spPr>
          <a:xfrm>
            <a:off x="-1617270" y="5543698"/>
            <a:ext cx="15527967" cy="2643633"/>
          </a:xfrm>
          <a:custGeom>
            <a:avLst/>
            <a:gdLst/>
            <a:ahLst/>
            <a:cxnLst/>
            <a:rect l="l" t="t" r="r" b="b"/>
            <a:pathLst>
              <a:path w="465839" h="79309" extrusionOk="0">
                <a:moveTo>
                  <a:pt x="26092" y="26418"/>
                </a:moveTo>
                <a:cubicBezTo>
                  <a:pt x="35245" y="17668"/>
                  <a:pt x="59204" y="19105"/>
                  <a:pt x="81671" y="18130"/>
                </a:cubicBezTo>
                <a:cubicBezTo>
                  <a:pt x="104138" y="17155"/>
                  <a:pt x="118074" y="20414"/>
                  <a:pt x="160896" y="20567"/>
                </a:cubicBezTo>
                <a:cubicBezTo>
                  <a:pt x="203718" y="20721"/>
                  <a:pt x="297365" y="20360"/>
                  <a:pt x="338602" y="19051"/>
                </a:cubicBezTo>
                <a:cubicBezTo>
                  <a:pt x="379839" y="17742"/>
                  <a:pt x="393247" y="12713"/>
                  <a:pt x="408320" y="12713"/>
                </a:cubicBezTo>
                <a:cubicBezTo>
                  <a:pt x="423393" y="12713"/>
                  <a:pt x="422320" y="20836"/>
                  <a:pt x="429040" y="19051"/>
                </a:cubicBezTo>
                <a:cubicBezTo>
                  <a:pt x="435760" y="17267"/>
                  <a:pt x="445372" y="-7026"/>
                  <a:pt x="448638" y="2006"/>
                </a:cubicBezTo>
                <a:cubicBezTo>
                  <a:pt x="451904" y="11038"/>
                  <a:pt x="451724" y="60936"/>
                  <a:pt x="448638" y="73245"/>
                </a:cubicBezTo>
                <a:cubicBezTo>
                  <a:pt x="445552" y="85554"/>
                  <a:pt x="499764" y="75206"/>
                  <a:pt x="430120" y="75859"/>
                </a:cubicBezTo>
                <a:cubicBezTo>
                  <a:pt x="360476" y="76513"/>
                  <a:pt x="98004" y="78038"/>
                  <a:pt x="30776" y="77166"/>
                </a:cubicBezTo>
                <a:cubicBezTo>
                  <a:pt x="-36452" y="76295"/>
                  <a:pt x="27532" y="79088"/>
                  <a:pt x="26751" y="70630"/>
                </a:cubicBezTo>
                <a:cubicBezTo>
                  <a:pt x="25970" y="62172"/>
                  <a:pt x="16939" y="35168"/>
                  <a:pt x="26092" y="26418"/>
                </a:cubicBezTo>
                <a:close/>
              </a:path>
            </a:pathLst>
          </a:custGeom>
          <a:solidFill>
            <a:schemeClr val="dk2"/>
          </a:solidFill>
          <a:ln>
            <a:noFill/>
          </a:ln>
        </p:spPr>
      </p:sp>
      <p:grpSp>
        <p:nvGrpSpPr>
          <p:cNvPr id="1616" name="Google Shape;1616;p22"/>
          <p:cNvGrpSpPr/>
          <p:nvPr/>
        </p:nvGrpSpPr>
        <p:grpSpPr>
          <a:xfrm>
            <a:off x="11564679" y="5099281"/>
            <a:ext cx="493231" cy="1039529"/>
            <a:chOff x="659672" y="1912000"/>
            <a:chExt cx="262823" cy="553923"/>
          </a:xfrm>
        </p:grpSpPr>
        <p:sp>
          <p:nvSpPr>
            <p:cNvPr id="1617" name="Google Shape;1617;p2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2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19" name="Google Shape;1619;p22"/>
          <p:cNvGrpSpPr/>
          <p:nvPr/>
        </p:nvGrpSpPr>
        <p:grpSpPr>
          <a:xfrm>
            <a:off x="-27200" y="6183535"/>
            <a:ext cx="12246400" cy="686699"/>
            <a:chOff x="-20400" y="4637651"/>
            <a:chExt cx="9184800" cy="515024"/>
          </a:xfrm>
        </p:grpSpPr>
        <p:sp>
          <p:nvSpPr>
            <p:cNvPr id="1620" name="Google Shape;1620;p22"/>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21" name="Google Shape;1621;p22"/>
            <p:cNvGrpSpPr/>
            <p:nvPr/>
          </p:nvGrpSpPr>
          <p:grpSpPr>
            <a:xfrm>
              <a:off x="335951" y="4637651"/>
              <a:ext cx="8472099" cy="486325"/>
              <a:chOff x="432948" y="4542401"/>
              <a:chExt cx="8472099" cy="486325"/>
            </a:xfrm>
          </p:grpSpPr>
          <p:sp>
            <p:nvSpPr>
              <p:cNvPr id="1622" name="Google Shape;1622;p22"/>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22"/>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22"/>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22"/>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6" name="Google Shape;1626;p22"/>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7" name="Google Shape;1627;p22"/>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8" name="Google Shape;1628;p22"/>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9" name="Google Shape;1629;p22"/>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0" name="Google Shape;1630;p22"/>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1" name="Google Shape;1631;p22"/>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2" name="Google Shape;1632;p22"/>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3" name="Google Shape;1633;p22"/>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22"/>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22"/>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22"/>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22"/>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22"/>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22"/>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22"/>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22"/>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22"/>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22"/>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22"/>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22"/>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22"/>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22"/>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22"/>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22"/>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22"/>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22"/>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22"/>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22"/>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4" name="Google Shape;1654;p22"/>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5" name="Google Shape;1655;p22"/>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6" name="Google Shape;1656;p22"/>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7" name="Google Shape;1657;p22"/>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8" name="Google Shape;1658;p22"/>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59" name="Google Shape;1659;p22"/>
          <p:cNvGrpSpPr/>
          <p:nvPr/>
        </p:nvGrpSpPr>
        <p:grpSpPr>
          <a:xfrm>
            <a:off x="-843185" y="-382221"/>
            <a:ext cx="2951401" cy="1135736"/>
            <a:chOff x="3352611" y="546734"/>
            <a:chExt cx="2213551" cy="851802"/>
          </a:xfrm>
        </p:grpSpPr>
        <p:sp>
          <p:nvSpPr>
            <p:cNvPr id="1660" name="Google Shape;1660;p22"/>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661" name="Google Shape;1661;p22"/>
            <p:cNvGrpSpPr/>
            <p:nvPr/>
          </p:nvGrpSpPr>
          <p:grpSpPr>
            <a:xfrm>
              <a:off x="3352611" y="546734"/>
              <a:ext cx="2077576" cy="851802"/>
              <a:chOff x="3352611" y="546734"/>
              <a:chExt cx="2077576" cy="851802"/>
            </a:xfrm>
          </p:grpSpPr>
          <p:sp>
            <p:nvSpPr>
              <p:cNvPr id="1662" name="Google Shape;1662;p22"/>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22"/>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22"/>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22"/>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22"/>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7" name="Google Shape;1667;p22"/>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8" name="Google Shape;1668;p22"/>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9" name="Google Shape;1669;p22"/>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0" name="Google Shape;1670;p22"/>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671" name="Google Shape;1671;p22"/>
          <p:cNvGrpSpPr/>
          <p:nvPr/>
        </p:nvGrpSpPr>
        <p:grpSpPr>
          <a:xfrm>
            <a:off x="11307684" y="2786453"/>
            <a:ext cx="2311672" cy="597828"/>
            <a:chOff x="279488" y="3058414"/>
            <a:chExt cx="1733754" cy="448371"/>
          </a:xfrm>
        </p:grpSpPr>
        <p:sp>
          <p:nvSpPr>
            <p:cNvPr id="1672" name="Google Shape;1672;p22"/>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22"/>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22"/>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5" name="Google Shape;1675;p22"/>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6" name="Google Shape;1676;p22"/>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22"/>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22"/>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22"/>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0" name="Google Shape;1680;p22"/>
          <p:cNvGrpSpPr/>
          <p:nvPr/>
        </p:nvGrpSpPr>
        <p:grpSpPr>
          <a:xfrm>
            <a:off x="234776" y="5261645"/>
            <a:ext cx="391536" cy="825199"/>
            <a:chOff x="659672" y="1912000"/>
            <a:chExt cx="262823" cy="553923"/>
          </a:xfrm>
        </p:grpSpPr>
        <p:sp>
          <p:nvSpPr>
            <p:cNvPr id="1681" name="Google Shape;1681;p22"/>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22"/>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3" name="Google Shape;1683;p22"/>
          <p:cNvGrpSpPr/>
          <p:nvPr/>
        </p:nvGrpSpPr>
        <p:grpSpPr>
          <a:xfrm flipH="1">
            <a:off x="10018990" y="84796"/>
            <a:ext cx="2012311" cy="520409"/>
            <a:chOff x="279488" y="3058414"/>
            <a:chExt cx="1733754" cy="448371"/>
          </a:xfrm>
        </p:grpSpPr>
        <p:sp>
          <p:nvSpPr>
            <p:cNvPr id="1684" name="Google Shape;1684;p22"/>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22"/>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6" name="Google Shape;1686;p22"/>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7" name="Google Shape;1687;p22"/>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22"/>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22"/>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22"/>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22"/>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92" name="Google Shape;1692;p22"/>
          <p:cNvGrpSpPr/>
          <p:nvPr/>
        </p:nvGrpSpPr>
        <p:grpSpPr>
          <a:xfrm>
            <a:off x="-305792" y="2594971"/>
            <a:ext cx="1189765" cy="501384"/>
            <a:chOff x="605081" y="4084003"/>
            <a:chExt cx="892324" cy="376038"/>
          </a:xfrm>
        </p:grpSpPr>
        <p:sp>
          <p:nvSpPr>
            <p:cNvPr id="1693" name="Google Shape;1693;p22"/>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22"/>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22"/>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22"/>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22"/>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9080866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698"/>
        <p:cNvGrpSpPr/>
        <p:nvPr/>
      </p:nvGrpSpPr>
      <p:grpSpPr>
        <a:xfrm>
          <a:off x="0" y="0"/>
          <a:ext cx="0" cy="0"/>
          <a:chOff x="0" y="0"/>
          <a:chExt cx="0" cy="0"/>
        </a:xfrm>
      </p:grpSpPr>
      <p:sp>
        <p:nvSpPr>
          <p:cNvPr id="1699" name="Google Shape;1699;p23"/>
          <p:cNvSpPr txBox="1">
            <a:spLocks noGrp="1"/>
          </p:cNvSpPr>
          <p:nvPr>
            <p:ph type="title"/>
          </p:nvPr>
        </p:nvSpPr>
        <p:spPr>
          <a:xfrm>
            <a:off x="960000" y="719200"/>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grpSp>
        <p:nvGrpSpPr>
          <p:cNvPr id="1700" name="Google Shape;1700;p23"/>
          <p:cNvGrpSpPr/>
          <p:nvPr/>
        </p:nvGrpSpPr>
        <p:grpSpPr>
          <a:xfrm>
            <a:off x="-571607" y="2831170"/>
            <a:ext cx="1374029" cy="597828"/>
            <a:chOff x="1688595" y="4276214"/>
            <a:chExt cx="1030522" cy="448371"/>
          </a:xfrm>
        </p:grpSpPr>
        <p:sp>
          <p:nvSpPr>
            <p:cNvPr id="1701" name="Google Shape;1701;p23"/>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23"/>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23"/>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23"/>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05" name="Google Shape;1705;p23"/>
          <p:cNvGrpSpPr/>
          <p:nvPr/>
        </p:nvGrpSpPr>
        <p:grpSpPr>
          <a:xfrm>
            <a:off x="11197762" y="525299"/>
            <a:ext cx="1799924" cy="1005080"/>
            <a:chOff x="6982871" y="539399"/>
            <a:chExt cx="1349943" cy="753810"/>
          </a:xfrm>
        </p:grpSpPr>
        <p:sp>
          <p:nvSpPr>
            <p:cNvPr id="1706" name="Google Shape;1706;p23"/>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7" name="Google Shape;1707;p23"/>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8" name="Google Shape;1708;p23"/>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9" name="Google Shape;1709;p23"/>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0" name="Google Shape;1710;p23"/>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1" name="Google Shape;1711;p23"/>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2" name="Google Shape;1712;p23"/>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3" name="Google Shape;1713;p23"/>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14" name="Google Shape;1714;p23"/>
          <p:cNvGrpSpPr/>
          <p:nvPr/>
        </p:nvGrpSpPr>
        <p:grpSpPr>
          <a:xfrm>
            <a:off x="3027395" y="-529052"/>
            <a:ext cx="2131459" cy="1005080"/>
            <a:chOff x="6734221" y="539399"/>
            <a:chExt cx="1598594" cy="753810"/>
          </a:xfrm>
        </p:grpSpPr>
        <p:sp>
          <p:nvSpPr>
            <p:cNvPr id="1715" name="Google Shape;1715;p23"/>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23"/>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23"/>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23"/>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23"/>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23"/>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1" name="Google Shape;1721;p23"/>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2" name="Google Shape;1722;p23"/>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3" name="Google Shape;1723;p23"/>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24" name="Google Shape;1724;p23"/>
          <p:cNvSpPr/>
          <p:nvPr/>
        </p:nvSpPr>
        <p:spPr>
          <a:xfrm>
            <a:off x="-2574234" y="5325096"/>
            <a:ext cx="17116467" cy="2808733"/>
          </a:xfrm>
          <a:custGeom>
            <a:avLst/>
            <a:gdLst/>
            <a:ahLst/>
            <a:cxnLst/>
            <a:rect l="l" t="t" r="r" b="b"/>
            <a:pathLst>
              <a:path w="513494" h="84262" extrusionOk="0">
                <a:moveTo>
                  <a:pt x="466362" y="54075"/>
                </a:moveTo>
                <a:cubicBezTo>
                  <a:pt x="463152" y="45412"/>
                  <a:pt x="480708" y="28154"/>
                  <a:pt x="464087" y="23604"/>
                </a:cubicBezTo>
                <a:cubicBezTo>
                  <a:pt x="447466" y="19054"/>
                  <a:pt x="408160" y="26570"/>
                  <a:pt x="366634" y="26773"/>
                </a:cubicBezTo>
                <a:cubicBezTo>
                  <a:pt x="325108" y="26976"/>
                  <a:pt x="251834" y="24742"/>
                  <a:pt x="214930" y="24823"/>
                </a:cubicBezTo>
                <a:cubicBezTo>
                  <a:pt x="178026" y="24904"/>
                  <a:pt x="174776" y="30565"/>
                  <a:pt x="145212" y="27261"/>
                </a:cubicBezTo>
                <a:cubicBezTo>
                  <a:pt x="115648" y="23957"/>
                  <a:pt x="58592" y="8382"/>
                  <a:pt x="37546" y="4998"/>
                </a:cubicBezTo>
                <a:cubicBezTo>
                  <a:pt x="16500" y="1614"/>
                  <a:pt x="22036" y="-5241"/>
                  <a:pt x="18934" y="6959"/>
                </a:cubicBezTo>
                <a:cubicBezTo>
                  <a:pt x="15832" y="19159"/>
                  <a:pt x="15537" y="65889"/>
                  <a:pt x="18934" y="78198"/>
                </a:cubicBezTo>
                <a:cubicBezTo>
                  <a:pt x="22332" y="90507"/>
                  <a:pt x="-37344" y="80159"/>
                  <a:pt x="39319" y="80812"/>
                </a:cubicBezTo>
                <a:cubicBezTo>
                  <a:pt x="115983" y="81466"/>
                  <a:pt x="404911" y="82991"/>
                  <a:pt x="478915" y="82119"/>
                </a:cubicBezTo>
                <a:cubicBezTo>
                  <a:pt x="552920" y="81248"/>
                  <a:pt x="485438" y="80257"/>
                  <a:pt x="483346" y="75583"/>
                </a:cubicBezTo>
                <a:cubicBezTo>
                  <a:pt x="481254" y="70909"/>
                  <a:pt x="469572" y="62738"/>
                  <a:pt x="466362" y="54075"/>
                </a:cubicBezTo>
                <a:close/>
              </a:path>
            </a:pathLst>
          </a:custGeom>
          <a:solidFill>
            <a:srgbClr val="A9874B">
              <a:alpha val="33930"/>
            </a:srgbClr>
          </a:solidFill>
          <a:ln>
            <a:noFill/>
          </a:ln>
        </p:spPr>
      </p:sp>
      <p:sp>
        <p:nvSpPr>
          <p:cNvPr id="1725" name="Google Shape;1725;p23"/>
          <p:cNvSpPr/>
          <p:nvPr/>
        </p:nvSpPr>
        <p:spPr>
          <a:xfrm>
            <a:off x="-1614073" y="5688737"/>
            <a:ext cx="15524767" cy="2661100"/>
          </a:xfrm>
          <a:custGeom>
            <a:avLst/>
            <a:gdLst/>
            <a:ahLst/>
            <a:cxnLst/>
            <a:rect l="l" t="t" r="r" b="b"/>
            <a:pathLst>
              <a:path w="465743" h="79833" extrusionOk="0">
                <a:moveTo>
                  <a:pt x="23531" y="6601"/>
                </a:moveTo>
                <a:cubicBezTo>
                  <a:pt x="32526" y="-2785"/>
                  <a:pt x="58438" y="12634"/>
                  <a:pt x="80626" y="14838"/>
                </a:cubicBezTo>
                <a:cubicBezTo>
                  <a:pt x="102814" y="17042"/>
                  <a:pt x="128619" y="19808"/>
                  <a:pt x="156660" y="19826"/>
                </a:cubicBezTo>
                <a:cubicBezTo>
                  <a:pt x="184701" y="19844"/>
                  <a:pt x="218802" y="15770"/>
                  <a:pt x="248870" y="14947"/>
                </a:cubicBezTo>
                <a:cubicBezTo>
                  <a:pt x="278939" y="14124"/>
                  <a:pt x="303646" y="14736"/>
                  <a:pt x="337071" y="14889"/>
                </a:cubicBezTo>
                <a:cubicBezTo>
                  <a:pt x="370496" y="15042"/>
                  <a:pt x="430843" y="17924"/>
                  <a:pt x="449421" y="15864"/>
                </a:cubicBezTo>
                <a:cubicBezTo>
                  <a:pt x="468000" y="13804"/>
                  <a:pt x="448689" y="-7121"/>
                  <a:pt x="448542" y="2530"/>
                </a:cubicBezTo>
                <a:cubicBezTo>
                  <a:pt x="448396" y="12181"/>
                  <a:pt x="451628" y="61460"/>
                  <a:pt x="448542" y="73769"/>
                </a:cubicBezTo>
                <a:cubicBezTo>
                  <a:pt x="445456" y="86078"/>
                  <a:pt x="499668" y="75730"/>
                  <a:pt x="430024" y="76383"/>
                </a:cubicBezTo>
                <a:cubicBezTo>
                  <a:pt x="360380" y="77037"/>
                  <a:pt x="97908" y="78562"/>
                  <a:pt x="30680" y="77690"/>
                </a:cubicBezTo>
                <a:cubicBezTo>
                  <a:pt x="-36548" y="76819"/>
                  <a:pt x="27847" y="83002"/>
                  <a:pt x="26655" y="71154"/>
                </a:cubicBezTo>
                <a:cubicBezTo>
                  <a:pt x="25464" y="59306"/>
                  <a:pt x="14536" y="15987"/>
                  <a:pt x="23531" y="6601"/>
                </a:cubicBezTo>
                <a:close/>
              </a:path>
            </a:pathLst>
          </a:custGeom>
          <a:solidFill>
            <a:schemeClr val="dk2"/>
          </a:solidFill>
          <a:ln>
            <a:noFill/>
          </a:ln>
        </p:spPr>
      </p:sp>
      <p:grpSp>
        <p:nvGrpSpPr>
          <p:cNvPr id="1726" name="Google Shape;1726;p23"/>
          <p:cNvGrpSpPr/>
          <p:nvPr/>
        </p:nvGrpSpPr>
        <p:grpSpPr>
          <a:xfrm>
            <a:off x="97646" y="5243464"/>
            <a:ext cx="652655" cy="964185"/>
            <a:chOff x="-287452" y="1948281"/>
            <a:chExt cx="325850" cy="481355"/>
          </a:xfrm>
        </p:grpSpPr>
        <p:sp>
          <p:nvSpPr>
            <p:cNvPr id="1727" name="Google Shape;1727;p23"/>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8" name="Google Shape;1728;p23"/>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9" name="Google Shape;1729;p23"/>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0" name="Google Shape;1730;p23"/>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731" name="Google Shape;1731;p23"/>
          <p:cNvGrpSpPr/>
          <p:nvPr/>
        </p:nvGrpSpPr>
        <p:grpSpPr>
          <a:xfrm>
            <a:off x="-27200" y="6183535"/>
            <a:ext cx="12246400" cy="686699"/>
            <a:chOff x="-20400" y="4637651"/>
            <a:chExt cx="9184800" cy="515024"/>
          </a:xfrm>
        </p:grpSpPr>
        <p:sp>
          <p:nvSpPr>
            <p:cNvPr id="1732" name="Google Shape;1732;p23"/>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33" name="Google Shape;1733;p23"/>
            <p:cNvGrpSpPr/>
            <p:nvPr/>
          </p:nvGrpSpPr>
          <p:grpSpPr>
            <a:xfrm>
              <a:off x="335951" y="4637651"/>
              <a:ext cx="8472099" cy="486325"/>
              <a:chOff x="432948" y="4542401"/>
              <a:chExt cx="8472099" cy="486325"/>
            </a:xfrm>
          </p:grpSpPr>
          <p:sp>
            <p:nvSpPr>
              <p:cNvPr id="1734" name="Google Shape;1734;p23"/>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23"/>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23"/>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23"/>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23"/>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23"/>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0" name="Google Shape;1740;p23"/>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1" name="Google Shape;1741;p23"/>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2" name="Google Shape;1742;p23"/>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3" name="Google Shape;1743;p23"/>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23"/>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23"/>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6" name="Google Shape;1746;p23"/>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7" name="Google Shape;1747;p23"/>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8" name="Google Shape;1748;p23"/>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9" name="Google Shape;1749;p23"/>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0" name="Google Shape;1750;p23"/>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1" name="Google Shape;1751;p23"/>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2" name="Google Shape;1752;p23"/>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3" name="Google Shape;1753;p23"/>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4" name="Google Shape;1754;p23"/>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5" name="Google Shape;1755;p23"/>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6" name="Google Shape;1756;p23"/>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7" name="Google Shape;1757;p23"/>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8" name="Google Shape;1758;p23"/>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9" name="Google Shape;1759;p23"/>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0" name="Google Shape;1760;p23"/>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1" name="Google Shape;1761;p23"/>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2" name="Google Shape;1762;p23"/>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3" name="Google Shape;1763;p23"/>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4" name="Google Shape;1764;p23"/>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5" name="Google Shape;1765;p23"/>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6" name="Google Shape;1766;p23"/>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23"/>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23"/>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23"/>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23"/>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771" name="Google Shape;1771;p23"/>
          <p:cNvGrpSpPr/>
          <p:nvPr/>
        </p:nvGrpSpPr>
        <p:grpSpPr>
          <a:xfrm>
            <a:off x="11658145" y="5267569"/>
            <a:ext cx="434604" cy="915968"/>
            <a:chOff x="659672" y="1912000"/>
            <a:chExt cx="262823" cy="553923"/>
          </a:xfrm>
        </p:grpSpPr>
        <p:sp>
          <p:nvSpPr>
            <p:cNvPr id="1772" name="Google Shape;1772;p23"/>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23"/>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125187795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774"/>
        <p:cNvGrpSpPr/>
        <p:nvPr/>
      </p:nvGrpSpPr>
      <p:grpSpPr>
        <a:xfrm>
          <a:off x="0" y="0"/>
          <a:ext cx="0" cy="0"/>
          <a:chOff x="0" y="0"/>
          <a:chExt cx="0" cy="0"/>
        </a:xfrm>
      </p:grpSpPr>
      <p:sp>
        <p:nvSpPr>
          <p:cNvPr id="1775" name="Google Shape;1775;p24"/>
          <p:cNvSpPr txBox="1">
            <a:spLocks noGrp="1"/>
          </p:cNvSpPr>
          <p:nvPr>
            <p:ph type="title"/>
          </p:nvPr>
        </p:nvSpPr>
        <p:spPr>
          <a:xfrm>
            <a:off x="4096000" y="713767"/>
            <a:ext cx="4000000" cy="11640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6667"/>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76" name="Google Shape;1776;p24"/>
          <p:cNvSpPr txBox="1">
            <a:spLocks noGrp="1"/>
          </p:cNvSpPr>
          <p:nvPr>
            <p:ph type="subTitle" idx="1"/>
          </p:nvPr>
        </p:nvSpPr>
        <p:spPr>
          <a:xfrm>
            <a:off x="4096000" y="1877767"/>
            <a:ext cx="4000000" cy="158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77" name="Google Shape;1777;p24"/>
          <p:cNvSpPr txBox="1"/>
          <p:nvPr/>
        </p:nvSpPr>
        <p:spPr>
          <a:xfrm>
            <a:off x="4096000" y="4260433"/>
            <a:ext cx="4000000" cy="820800"/>
          </a:xfrm>
          <a:prstGeom prst="rect">
            <a:avLst/>
          </a:prstGeom>
          <a:noFill/>
          <a:ln>
            <a:noFill/>
          </a:ln>
        </p:spPr>
        <p:txBody>
          <a:bodyPr spcFirstLastPara="1" wrap="square" lIns="121900" tIns="121900" rIns="121900" bIns="121900" anchor="b" anchorCtr="0">
            <a:noAutofit/>
          </a:bodyPr>
          <a:lstStyle/>
          <a:p>
            <a:pPr marL="0" lvl="0" indent="0" algn="ctr" rtl="0">
              <a:lnSpc>
                <a:spcPct val="100000"/>
              </a:lnSpc>
              <a:spcBef>
                <a:spcPts val="400"/>
              </a:spcBef>
              <a:spcAft>
                <a:spcPts val="0"/>
              </a:spcAft>
              <a:buNone/>
            </a:pPr>
            <a:r>
              <a:rPr lang="en" sz="1333">
                <a:solidFill>
                  <a:srgbClr val="191919"/>
                </a:solidFill>
                <a:latin typeface="Nunito"/>
                <a:ea typeface="Nunito"/>
                <a:cs typeface="Nunito"/>
                <a:sym typeface="Nunito"/>
              </a:rPr>
              <a:t>CREDITS: This presentation template was created by </a:t>
            </a:r>
            <a:r>
              <a:rPr lang="en" sz="1333" b="1" u="sng">
                <a:solidFill>
                  <a:schemeClr val="accent1"/>
                </a:solidFill>
                <a:latin typeface="Nunito"/>
                <a:ea typeface="Nunito"/>
                <a:cs typeface="Nunito"/>
                <a:sym typeface="Nunito"/>
                <a:hlinkClick r:id="rId2">
                  <a:extLst>
                    <a:ext uri="{A12FA001-AC4F-418D-AE19-62706E023703}">
                      <ahyp:hlinkClr xmlns:ahyp="http://schemas.microsoft.com/office/drawing/2018/hyperlinkcolor" val="tx"/>
                    </a:ext>
                  </a:extLst>
                </a:hlinkClick>
              </a:rPr>
              <a:t>Slidesgo</a:t>
            </a:r>
            <a:r>
              <a:rPr lang="en" sz="1333">
                <a:solidFill>
                  <a:srgbClr val="191919"/>
                </a:solidFill>
                <a:latin typeface="Nunito"/>
                <a:ea typeface="Nunito"/>
                <a:cs typeface="Nunito"/>
                <a:sym typeface="Nunito"/>
              </a:rPr>
              <a:t>, including icons by </a:t>
            </a:r>
            <a:r>
              <a:rPr lang="en" sz="1333" b="1" u="sng">
                <a:solidFill>
                  <a:schemeClr val="accent1"/>
                </a:solidFill>
                <a:latin typeface="Nunito"/>
                <a:ea typeface="Nunito"/>
                <a:cs typeface="Nunito"/>
                <a:sym typeface="Nunito"/>
                <a:hlinkClick r:id="rId3">
                  <a:extLst>
                    <a:ext uri="{A12FA001-AC4F-418D-AE19-62706E023703}">
                      <ahyp:hlinkClr xmlns:ahyp="http://schemas.microsoft.com/office/drawing/2018/hyperlinkcolor" val="tx"/>
                    </a:ext>
                  </a:extLst>
                </a:hlinkClick>
              </a:rPr>
              <a:t>Flaticon</a:t>
            </a:r>
            <a:r>
              <a:rPr lang="en" sz="1333" b="1">
                <a:solidFill>
                  <a:srgbClr val="191919"/>
                </a:solidFill>
                <a:latin typeface="Nunito"/>
                <a:ea typeface="Nunito"/>
                <a:cs typeface="Nunito"/>
                <a:sym typeface="Nunito"/>
              </a:rPr>
              <a:t> </a:t>
            </a:r>
            <a:r>
              <a:rPr lang="en" sz="1333">
                <a:solidFill>
                  <a:srgbClr val="191919"/>
                </a:solidFill>
                <a:latin typeface="Nunito"/>
                <a:ea typeface="Nunito"/>
                <a:cs typeface="Nunito"/>
                <a:sym typeface="Nunito"/>
              </a:rPr>
              <a:t>and infographics &amp; images by </a:t>
            </a:r>
            <a:r>
              <a:rPr lang="en" sz="1333" b="1" u="sng">
                <a:solidFill>
                  <a:schemeClr val="accent1"/>
                </a:solidFill>
                <a:latin typeface="Nunito"/>
                <a:ea typeface="Nunito"/>
                <a:cs typeface="Nunito"/>
                <a:sym typeface="Nunito"/>
                <a:hlinkClick r:id="rId4">
                  <a:extLst>
                    <a:ext uri="{A12FA001-AC4F-418D-AE19-62706E023703}">
                      <ahyp:hlinkClr xmlns:ahyp="http://schemas.microsoft.com/office/drawing/2018/hyperlinkcolor" val="tx"/>
                    </a:ext>
                  </a:extLst>
                </a:hlinkClick>
              </a:rPr>
              <a:t>Freepik</a:t>
            </a:r>
            <a:endParaRPr sz="1333" b="1" u="sng">
              <a:solidFill>
                <a:schemeClr val="accent1"/>
              </a:solidFill>
              <a:latin typeface="Nunito"/>
              <a:ea typeface="Nunito"/>
              <a:cs typeface="Nunito"/>
              <a:sym typeface="Nunito"/>
            </a:endParaRPr>
          </a:p>
        </p:txBody>
      </p:sp>
      <p:sp>
        <p:nvSpPr>
          <p:cNvPr id="1778" name="Google Shape;1778;p24"/>
          <p:cNvSpPr/>
          <p:nvPr/>
        </p:nvSpPr>
        <p:spPr>
          <a:xfrm>
            <a:off x="-1825855" y="4976479"/>
            <a:ext cx="15343033" cy="2912900"/>
          </a:xfrm>
          <a:custGeom>
            <a:avLst/>
            <a:gdLst/>
            <a:ahLst/>
            <a:cxnLst/>
            <a:rect l="l" t="t" r="r" b="b"/>
            <a:pathLst>
              <a:path w="460291" h="87387" extrusionOk="0">
                <a:moveTo>
                  <a:pt x="8368" y="38950"/>
                </a:moveTo>
                <a:cubicBezTo>
                  <a:pt x="2111" y="31290"/>
                  <a:pt x="-6272" y="38983"/>
                  <a:pt x="7259" y="32661"/>
                </a:cubicBezTo>
                <a:cubicBezTo>
                  <a:pt x="20790" y="26339"/>
                  <a:pt x="51215" y="689"/>
                  <a:pt x="89555" y="1017"/>
                </a:cubicBezTo>
                <a:cubicBezTo>
                  <a:pt x="127896" y="1345"/>
                  <a:pt x="185140" y="34795"/>
                  <a:pt x="237302" y="34629"/>
                </a:cubicBezTo>
                <a:cubicBezTo>
                  <a:pt x="289464" y="34463"/>
                  <a:pt x="369754" y="801"/>
                  <a:pt x="402529" y="20"/>
                </a:cubicBezTo>
                <a:cubicBezTo>
                  <a:pt x="435304" y="-760"/>
                  <a:pt x="426743" y="21915"/>
                  <a:pt x="433952" y="29946"/>
                </a:cubicBezTo>
                <a:cubicBezTo>
                  <a:pt x="441161" y="37977"/>
                  <a:pt x="444093" y="39531"/>
                  <a:pt x="445783" y="48205"/>
                </a:cubicBezTo>
                <a:cubicBezTo>
                  <a:pt x="447473" y="56879"/>
                  <a:pt x="447295" y="75799"/>
                  <a:pt x="444092" y="81992"/>
                </a:cubicBezTo>
                <a:cubicBezTo>
                  <a:pt x="440889" y="88185"/>
                  <a:pt x="492479" y="84521"/>
                  <a:pt x="426566" y="85364"/>
                </a:cubicBezTo>
                <a:cubicBezTo>
                  <a:pt x="360653" y="86207"/>
                  <a:pt x="112241" y="88173"/>
                  <a:pt x="48614" y="87049"/>
                </a:cubicBezTo>
                <a:cubicBezTo>
                  <a:pt x="-15013" y="85925"/>
                  <a:pt x="51512" y="86638"/>
                  <a:pt x="44804" y="78621"/>
                </a:cubicBezTo>
                <a:cubicBezTo>
                  <a:pt x="38096" y="70605"/>
                  <a:pt x="14626" y="46610"/>
                  <a:pt x="8368" y="38950"/>
                </a:cubicBezTo>
                <a:close/>
              </a:path>
            </a:pathLst>
          </a:custGeom>
          <a:solidFill>
            <a:srgbClr val="A9874B">
              <a:alpha val="33930"/>
            </a:srgbClr>
          </a:solidFill>
          <a:ln>
            <a:noFill/>
          </a:ln>
        </p:spPr>
      </p:sp>
      <p:sp>
        <p:nvSpPr>
          <p:cNvPr id="1779" name="Google Shape;1779;p24"/>
          <p:cNvSpPr/>
          <p:nvPr/>
        </p:nvSpPr>
        <p:spPr>
          <a:xfrm>
            <a:off x="-1619084" y="5603904"/>
            <a:ext cx="14672933" cy="1822133"/>
          </a:xfrm>
          <a:custGeom>
            <a:avLst/>
            <a:gdLst/>
            <a:ahLst/>
            <a:cxnLst/>
            <a:rect l="l" t="t" r="r" b="b"/>
            <a:pathLst>
              <a:path w="440188" h="54664" extrusionOk="0">
                <a:moveTo>
                  <a:pt x="23863" y="1591"/>
                </a:moveTo>
                <a:cubicBezTo>
                  <a:pt x="33601" y="-4763"/>
                  <a:pt x="63172" y="9905"/>
                  <a:pt x="83714" y="10818"/>
                </a:cubicBezTo>
                <a:cubicBezTo>
                  <a:pt x="104256" y="11731"/>
                  <a:pt x="122424" y="5903"/>
                  <a:pt x="147113" y="7067"/>
                </a:cubicBezTo>
                <a:cubicBezTo>
                  <a:pt x="171802" y="8231"/>
                  <a:pt x="204499" y="17638"/>
                  <a:pt x="231847" y="17801"/>
                </a:cubicBezTo>
                <a:cubicBezTo>
                  <a:pt x="259196" y="17964"/>
                  <a:pt x="283772" y="8751"/>
                  <a:pt x="311204" y="8044"/>
                </a:cubicBezTo>
                <a:cubicBezTo>
                  <a:pt x="338636" y="7337"/>
                  <a:pt x="375167" y="14055"/>
                  <a:pt x="396439" y="13561"/>
                </a:cubicBezTo>
                <a:cubicBezTo>
                  <a:pt x="417711" y="13067"/>
                  <a:pt x="434145" y="-1114"/>
                  <a:pt x="438834" y="5082"/>
                </a:cubicBezTo>
                <a:cubicBezTo>
                  <a:pt x="443523" y="11278"/>
                  <a:pt x="429873" y="42828"/>
                  <a:pt x="424575" y="50737"/>
                </a:cubicBezTo>
                <a:cubicBezTo>
                  <a:pt x="419278" y="58646"/>
                  <a:pt x="472962" y="52086"/>
                  <a:pt x="407049" y="52535"/>
                </a:cubicBezTo>
                <a:cubicBezTo>
                  <a:pt x="341136" y="52985"/>
                  <a:pt x="92724" y="54033"/>
                  <a:pt x="29097" y="53434"/>
                </a:cubicBezTo>
                <a:cubicBezTo>
                  <a:pt x="-34530" y="52835"/>
                  <a:pt x="26159" y="57581"/>
                  <a:pt x="25287" y="48940"/>
                </a:cubicBezTo>
                <a:cubicBezTo>
                  <a:pt x="24415" y="40300"/>
                  <a:pt x="14125" y="7945"/>
                  <a:pt x="23863" y="1591"/>
                </a:cubicBezTo>
                <a:close/>
              </a:path>
            </a:pathLst>
          </a:custGeom>
          <a:solidFill>
            <a:schemeClr val="dk2"/>
          </a:solidFill>
          <a:ln>
            <a:noFill/>
          </a:ln>
        </p:spPr>
      </p:sp>
      <p:grpSp>
        <p:nvGrpSpPr>
          <p:cNvPr id="1780" name="Google Shape;1780;p24"/>
          <p:cNvGrpSpPr/>
          <p:nvPr/>
        </p:nvGrpSpPr>
        <p:grpSpPr>
          <a:xfrm>
            <a:off x="-27200" y="6183535"/>
            <a:ext cx="12246400" cy="686699"/>
            <a:chOff x="-20400" y="4637651"/>
            <a:chExt cx="9184800" cy="515024"/>
          </a:xfrm>
        </p:grpSpPr>
        <p:sp>
          <p:nvSpPr>
            <p:cNvPr id="1781" name="Google Shape;1781;p24"/>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782" name="Google Shape;1782;p24"/>
            <p:cNvGrpSpPr/>
            <p:nvPr/>
          </p:nvGrpSpPr>
          <p:grpSpPr>
            <a:xfrm>
              <a:off x="335951" y="4637651"/>
              <a:ext cx="8472099" cy="486325"/>
              <a:chOff x="432948" y="4542401"/>
              <a:chExt cx="8472099" cy="486325"/>
            </a:xfrm>
          </p:grpSpPr>
          <p:sp>
            <p:nvSpPr>
              <p:cNvPr id="1783" name="Google Shape;1783;p24"/>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24"/>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24"/>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24"/>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24"/>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8" name="Google Shape;1788;p24"/>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9" name="Google Shape;1789;p24"/>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0" name="Google Shape;1790;p24"/>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1" name="Google Shape;1791;p24"/>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2" name="Google Shape;1792;p24"/>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24"/>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24"/>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5" name="Google Shape;1795;p24"/>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6" name="Google Shape;1796;p24"/>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7" name="Google Shape;1797;p24"/>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8" name="Google Shape;1798;p24"/>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9" name="Google Shape;1799;p24"/>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0" name="Google Shape;1800;p24"/>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1" name="Google Shape;1801;p24"/>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2" name="Google Shape;1802;p24"/>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3" name="Google Shape;1803;p24"/>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4" name="Google Shape;1804;p24"/>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5" name="Google Shape;1805;p24"/>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6" name="Google Shape;1806;p24"/>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7" name="Google Shape;1807;p24"/>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8" name="Google Shape;1808;p24"/>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09" name="Google Shape;1809;p24"/>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0" name="Google Shape;1810;p24"/>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1" name="Google Shape;1811;p24"/>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2" name="Google Shape;1812;p24"/>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3" name="Google Shape;1813;p24"/>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4" name="Google Shape;1814;p24"/>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5" name="Google Shape;1815;p24"/>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6" name="Google Shape;1816;p24"/>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7" name="Google Shape;1817;p24"/>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8" name="Google Shape;1818;p24"/>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19" name="Google Shape;1819;p24"/>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820" name="Google Shape;1820;p24"/>
          <p:cNvGrpSpPr/>
          <p:nvPr/>
        </p:nvGrpSpPr>
        <p:grpSpPr>
          <a:xfrm>
            <a:off x="1989546" y="4629014"/>
            <a:ext cx="493231" cy="1039529"/>
            <a:chOff x="659672" y="1912000"/>
            <a:chExt cx="262823" cy="553923"/>
          </a:xfrm>
        </p:grpSpPr>
        <p:sp>
          <p:nvSpPr>
            <p:cNvPr id="1821" name="Google Shape;1821;p24"/>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2" name="Google Shape;1822;p24"/>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3" name="Google Shape;1823;p24"/>
          <p:cNvGrpSpPr/>
          <p:nvPr/>
        </p:nvGrpSpPr>
        <p:grpSpPr>
          <a:xfrm>
            <a:off x="11385981" y="5284424"/>
            <a:ext cx="428233" cy="694419"/>
            <a:chOff x="126609" y="2053364"/>
            <a:chExt cx="228188" cy="370028"/>
          </a:xfrm>
        </p:grpSpPr>
        <p:sp>
          <p:nvSpPr>
            <p:cNvPr id="1824" name="Google Shape;1824;p24"/>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5" name="Google Shape;1825;p24"/>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6" name="Google Shape;1826;p24"/>
          <p:cNvGrpSpPr/>
          <p:nvPr/>
        </p:nvGrpSpPr>
        <p:grpSpPr>
          <a:xfrm>
            <a:off x="213681" y="5361424"/>
            <a:ext cx="428233" cy="694419"/>
            <a:chOff x="126609" y="2053364"/>
            <a:chExt cx="228188" cy="370028"/>
          </a:xfrm>
        </p:grpSpPr>
        <p:sp>
          <p:nvSpPr>
            <p:cNvPr id="1827" name="Google Shape;1827;p24"/>
            <p:cNvSpPr/>
            <p:nvPr/>
          </p:nvSpPr>
          <p:spPr>
            <a:xfrm>
              <a:off x="227569"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8" name="Google Shape;1828;p24"/>
            <p:cNvSpPr/>
            <p:nvPr/>
          </p:nvSpPr>
          <p:spPr>
            <a:xfrm>
              <a:off x="126609"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29" name="Google Shape;1829;p24"/>
          <p:cNvGrpSpPr/>
          <p:nvPr/>
        </p:nvGrpSpPr>
        <p:grpSpPr>
          <a:xfrm>
            <a:off x="9177713" y="5169146"/>
            <a:ext cx="652655" cy="964185"/>
            <a:chOff x="-287452" y="1948281"/>
            <a:chExt cx="325850" cy="481355"/>
          </a:xfrm>
        </p:grpSpPr>
        <p:sp>
          <p:nvSpPr>
            <p:cNvPr id="1830" name="Google Shape;1830;p24"/>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1" name="Google Shape;1831;p24"/>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2" name="Google Shape;1832;p24"/>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3" name="Google Shape;1833;p24"/>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34" name="Google Shape;1834;p24"/>
          <p:cNvGrpSpPr/>
          <p:nvPr/>
        </p:nvGrpSpPr>
        <p:grpSpPr>
          <a:xfrm>
            <a:off x="1242393" y="420286"/>
            <a:ext cx="1374029" cy="597828"/>
            <a:chOff x="1688595" y="4276214"/>
            <a:chExt cx="1030522" cy="448371"/>
          </a:xfrm>
        </p:grpSpPr>
        <p:sp>
          <p:nvSpPr>
            <p:cNvPr id="1835" name="Google Shape;1835;p24"/>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6" name="Google Shape;1836;p24"/>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7" name="Google Shape;1837;p24"/>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8" name="Google Shape;1838;p24"/>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39" name="Google Shape;1839;p24"/>
          <p:cNvGrpSpPr/>
          <p:nvPr/>
        </p:nvGrpSpPr>
        <p:grpSpPr>
          <a:xfrm>
            <a:off x="11172877" y="3348699"/>
            <a:ext cx="2131459" cy="1005080"/>
            <a:chOff x="6734221" y="539399"/>
            <a:chExt cx="1598594" cy="753810"/>
          </a:xfrm>
        </p:grpSpPr>
        <p:sp>
          <p:nvSpPr>
            <p:cNvPr id="1840" name="Google Shape;1840;p24"/>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1" name="Google Shape;1841;p24"/>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2" name="Google Shape;1842;p24"/>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3" name="Google Shape;1843;p24"/>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4" name="Google Shape;1844;p24"/>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5" name="Google Shape;1845;p24"/>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6" name="Google Shape;1846;p24"/>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7" name="Google Shape;1847;p24"/>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8" name="Google Shape;1848;p24"/>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49" name="Google Shape;1849;p24"/>
          <p:cNvGrpSpPr/>
          <p:nvPr/>
        </p:nvGrpSpPr>
        <p:grpSpPr>
          <a:xfrm>
            <a:off x="-539872" y="3429015"/>
            <a:ext cx="2131459" cy="1005080"/>
            <a:chOff x="6734221" y="539399"/>
            <a:chExt cx="1598594" cy="753810"/>
          </a:xfrm>
        </p:grpSpPr>
        <p:sp>
          <p:nvSpPr>
            <p:cNvPr id="1850" name="Google Shape;1850;p24"/>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1" name="Google Shape;1851;p24"/>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2" name="Google Shape;1852;p24"/>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3" name="Google Shape;1853;p24"/>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4" name="Google Shape;1854;p24"/>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5" name="Google Shape;1855;p24"/>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6" name="Google Shape;1856;p24"/>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7" name="Google Shape;1857;p24"/>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8" name="Google Shape;1858;p24"/>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59" name="Google Shape;1859;p24"/>
          <p:cNvGrpSpPr/>
          <p:nvPr/>
        </p:nvGrpSpPr>
        <p:grpSpPr>
          <a:xfrm>
            <a:off x="7870049" y="51595"/>
            <a:ext cx="2951401" cy="1135736"/>
            <a:chOff x="3352611" y="546734"/>
            <a:chExt cx="2213551" cy="851802"/>
          </a:xfrm>
        </p:grpSpPr>
        <p:sp>
          <p:nvSpPr>
            <p:cNvPr id="1860" name="Google Shape;1860;p24"/>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61" name="Google Shape;1861;p24"/>
            <p:cNvGrpSpPr/>
            <p:nvPr/>
          </p:nvGrpSpPr>
          <p:grpSpPr>
            <a:xfrm>
              <a:off x="3352611" y="546734"/>
              <a:ext cx="2077576" cy="851802"/>
              <a:chOff x="3352611" y="546734"/>
              <a:chExt cx="2077576" cy="851802"/>
            </a:xfrm>
          </p:grpSpPr>
          <p:sp>
            <p:nvSpPr>
              <p:cNvPr id="1862" name="Google Shape;1862;p24"/>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3" name="Google Shape;1863;p24"/>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4" name="Google Shape;1864;p24"/>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5" name="Google Shape;1865;p24"/>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6" name="Google Shape;1866;p24"/>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7" name="Google Shape;1867;p24"/>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8" name="Google Shape;1868;p24"/>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9" name="Google Shape;1869;p24"/>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0" name="Google Shape;1870;p24"/>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73518218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871"/>
        <p:cNvGrpSpPr/>
        <p:nvPr/>
      </p:nvGrpSpPr>
      <p:grpSpPr>
        <a:xfrm>
          <a:off x="0" y="0"/>
          <a:ext cx="0" cy="0"/>
          <a:chOff x="0" y="0"/>
          <a:chExt cx="0" cy="0"/>
        </a:xfrm>
      </p:grpSpPr>
      <p:sp>
        <p:nvSpPr>
          <p:cNvPr id="1872" name="Google Shape;1872;p25"/>
          <p:cNvSpPr/>
          <p:nvPr/>
        </p:nvSpPr>
        <p:spPr>
          <a:xfrm>
            <a:off x="-2574234" y="4965643"/>
            <a:ext cx="17094067" cy="3021933"/>
          </a:xfrm>
          <a:custGeom>
            <a:avLst/>
            <a:gdLst/>
            <a:ahLst/>
            <a:cxnLst/>
            <a:rect l="l" t="t" r="r" b="b"/>
            <a:pathLst>
              <a:path w="512822" h="90658" extrusionOk="0">
                <a:moveTo>
                  <a:pt x="483346" y="26426"/>
                </a:moveTo>
                <a:cubicBezTo>
                  <a:pt x="478833" y="12765"/>
                  <a:pt x="482642" y="-449"/>
                  <a:pt x="456266" y="12"/>
                </a:cubicBezTo>
                <a:cubicBezTo>
                  <a:pt x="429890" y="473"/>
                  <a:pt x="358924" y="26197"/>
                  <a:pt x="325091" y="29190"/>
                </a:cubicBezTo>
                <a:cubicBezTo>
                  <a:pt x="291258" y="32183"/>
                  <a:pt x="282733" y="16924"/>
                  <a:pt x="253269" y="17968"/>
                </a:cubicBezTo>
                <a:cubicBezTo>
                  <a:pt x="223805" y="19012"/>
                  <a:pt x="184261" y="36548"/>
                  <a:pt x="148307" y="35452"/>
                </a:cubicBezTo>
                <a:cubicBezTo>
                  <a:pt x="112353" y="34356"/>
                  <a:pt x="59108" y="15077"/>
                  <a:pt x="37546" y="11394"/>
                </a:cubicBezTo>
                <a:cubicBezTo>
                  <a:pt x="15984" y="7711"/>
                  <a:pt x="22036" y="1155"/>
                  <a:pt x="18934" y="13355"/>
                </a:cubicBezTo>
                <a:cubicBezTo>
                  <a:pt x="15832" y="25555"/>
                  <a:pt x="15537" y="72285"/>
                  <a:pt x="18934" y="84594"/>
                </a:cubicBezTo>
                <a:cubicBezTo>
                  <a:pt x="22332" y="96903"/>
                  <a:pt x="-37344" y="86555"/>
                  <a:pt x="39319" y="87208"/>
                </a:cubicBezTo>
                <a:cubicBezTo>
                  <a:pt x="115983" y="87862"/>
                  <a:pt x="404911" y="89387"/>
                  <a:pt x="478915" y="88515"/>
                </a:cubicBezTo>
                <a:cubicBezTo>
                  <a:pt x="552920" y="87644"/>
                  <a:pt x="482608" y="92327"/>
                  <a:pt x="483346" y="81979"/>
                </a:cubicBezTo>
                <a:cubicBezTo>
                  <a:pt x="484085" y="71631"/>
                  <a:pt x="487859" y="40087"/>
                  <a:pt x="483346" y="26426"/>
                </a:cubicBezTo>
                <a:close/>
              </a:path>
            </a:pathLst>
          </a:custGeom>
          <a:solidFill>
            <a:srgbClr val="A9874B">
              <a:alpha val="33930"/>
            </a:srgbClr>
          </a:solidFill>
          <a:ln>
            <a:noFill/>
          </a:ln>
        </p:spPr>
      </p:sp>
      <p:sp>
        <p:nvSpPr>
          <p:cNvPr id="1873" name="Google Shape;1873;p25"/>
          <p:cNvSpPr/>
          <p:nvPr/>
        </p:nvSpPr>
        <p:spPr>
          <a:xfrm>
            <a:off x="-1618128" y="5253092"/>
            <a:ext cx="15528800" cy="2934233"/>
          </a:xfrm>
          <a:custGeom>
            <a:avLst/>
            <a:gdLst/>
            <a:ahLst/>
            <a:cxnLst/>
            <a:rect l="l" t="t" r="r" b="b"/>
            <a:pathLst>
              <a:path w="465864" h="88027" extrusionOk="0">
                <a:moveTo>
                  <a:pt x="26777" y="23795"/>
                </a:moveTo>
                <a:cubicBezTo>
                  <a:pt x="35190" y="14123"/>
                  <a:pt x="53220" y="20605"/>
                  <a:pt x="77257" y="21314"/>
                </a:cubicBezTo>
                <a:cubicBezTo>
                  <a:pt x="101294" y="22023"/>
                  <a:pt x="138250" y="30708"/>
                  <a:pt x="170997" y="28048"/>
                </a:cubicBezTo>
                <a:cubicBezTo>
                  <a:pt x="203745" y="25388"/>
                  <a:pt x="241821" y="7308"/>
                  <a:pt x="273742" y="5354"/>
                </a:cubicBezTo>
                <a:cubicBezTo>
                  <a:pt x="305663" y="3401"/>
                  <a:pt x="335593" y="17075"/>
                  <a:pt x="362522" y="16327"/>
                </a:cubicBezTo>
                <a:cubicBezTo>
                  <a:pt x="389451" y="15579"/>
                  <a:pt x="420957" y="1799"/>
                  <a:pt x="435314" y="865"/>
                </a:cubicBezTo>
                <a:cubicBezTo>
                  <a:pt x="449671" y="-69"/>
                  <a:pt x="446439" y="-2792"/>
                  <a:pt x="448664" y="10724"/>
                </a:cubicBezTo>
                <a:cubicBezTo>
                  <a:pt x="450889" y="24240"/>
                  <a:pt x="451750" y="69654"/>
                  <a:pt x="448664" y="81963"/>
                </a:cubicBezTo>
                <a:cubicBezTo>
                  <a:pt x="445578" y="94272"/>
                  <a:pt x="499790" y="83924"/>
                  <a:pt x="430146" y="84577"/>
                </a:cubicBezTo>
                <a:cubicBezTo>
                  <a:pt x="360502" y="85231"/>
                  <a:pt x="98030" y="86756"/>
                  <a:pt x="30802" y="85884"/>
                </a:cubicBezTo>
                <a:cubicBezTo>
                  <a:pt x="-36426" y="85013"/>
                  <a:pt x="27448" y="89696"/>
                  <a:pt x="26777" y="79348"/>
                </a:cubicBezTo>
                <a:cubicBezTo>
                  <a:pt x="26106" y="69000"/>
                  <a:pt x="18364" y="33467"/>
                  <a:pt x="26777" y="23795"/>
                </a:cubicBezTo>
                <a:close/>
              </a:path>
            </a:pathLst>
          </a:custGeom>
          <a:solidFill>
            <a:schemeClr val="dk2"/>
          </a:solidFill>
          <a:ln>
            <a:noFill/>
          </a:ln>
        </p:spPr>
      </p:sp>
      <p:grpSp>
        <p:nvGrpSpPr>
          <p:cNvPr id="1874" name="Google Shape;1874;p25"/>
          <p:cNvGrpSpPr/>
          <p:nvPr/>
        </p:nvGrpSpPr>
        <p:grpSpPr>
          <a:xfrm>
            <a:off x="10847722" y="5321981"/>
            <a:ext cx="493249" cy="728643"/>
            <a:chOff x="-287452" y="1948281"/>
            <a:chExt cx="325850" cy="481355"/>
          </a:xfrm>
        </p:grpSpPr>
        <p:sp>
          <p:nvSpPr>
            <p:cNvPr id="1875" name="Google Shape;1875;p25"/>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6" name="Google Shape;1876;p25"/>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7" name="Google Shape;1877;p25"/>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8" name="Google Shape;1878;p25"/>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79" name="Google Shape;1879;p25"/>
          <p:cNvGrpSpPr/>
          <p:nvPr/>
        </p:nvGrpSpPr>
        <p:grpSpPr>
          <a:xfrm>
            <a:off x="7683413" y="4844181"/>
            <a:ext cx="493231" cy="1039529"/>
            <a:chOff x="659672" y="1912000"/>
            <a:chExt cx="262823" cy="553923"/>
          </a:xfrm>
        </p:grpSpPr>
        <p:sp>
          <p:nvSpPr>
            <p:cNvPr id="1880" name="Google Shape;1880;p2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1" name="Google Shape;1881;p2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82" name="Google Shape;1882;p25"/>
          <p:cNvGrpSpPr/>
          <p:nvPr/>
        </p:nvGrpSpPr>
        <p:grpSpPr>
          <a:xfrm>
            <a:off x="-27200" y="6183535"/>
            <a:ext cx="12246400" cy="686699"/>
            <a:chOff x="-20400" y="4637651"/>
            <a:chExt cx="9184800" cy="515024"/>
          </a:xfrm>
        </p:grpSpPr>
        <p:sp>
          <p:nvSpPr>
            <p:cNvPr id="1883" name="Google Shape;1883;p25"/>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84" name="Google Shape;1884;p25"/>
            <p:cNvGrpSpPr/>
            <p:nvPr/>
          </p:nvGrpSpPr>
          <p:grpSpPr>
            <a:xfrm>
              <a:off x="335951" y="4637651"/>
              <a:ext cx="8472099" cy="486325"/>
              <a:chOff x="432948" y="4542401"/>
              <a:chExt cx="8472099" cy="486325"/>
            </a:xfrm>
          </p:grpSpPr>
          <p:sp>
            <p:nvSpPr>
              <p:cNvPr id="1885" name="Google Shape;1885;p25"/>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25"/>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25"/>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25"/>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25"/>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25"/>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25"/>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2" name="Google Shape;1892;p25"/>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3" name="Google Shape;1893;p25"/>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4" name="Google Shape;1894;p25"/>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25"/>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25"/>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25"/>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25"/>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25"/>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25"/>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25"/>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25"/>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25"/>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25"/>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25"/>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25"/>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25"/>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25"/>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25"/>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25"/>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25"/>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25"/>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25"/>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25"/>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5" name="Google Shape;1915;p25"/>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6" name="Google Shape;1916;p25"/>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7" name="Google Shape;1917;p25"/>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8" name="Google Shape;1918;p25"/>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9" name="Google Shape;1919;p25"/>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25"/>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25"/>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922" name="Google Shape;1922;p25"/>
          <p:cNvGrpSpPr/>
          <p:nvPr/>
        </p:nvGrpSpPr>
        <p:grpSpPr>
          <a:xfrm>
            <a:off x="390227" y="5321978"/>
            <a:ext cx="391536" cy="825199"/>
            <a:chOff x="659672" y="1912000"/>
            <a:chExt cx="262823" cy="553923"/>
          </a:xfrm>
        </p:grpSpPr>
        <p:sp>
          <p:nvSpPr>
            <p:cNvPr id="1923" name="Google Shape;1923;p25"/>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25"/>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25" name="Google Shape;1925;p25"/>
          <p:cNvGrpSpPr/>
          <p:nvPr/>
        </p:nvGrpSpPr>
        <p:grpSpPr>
          <a:xfrm>
            <a:off x="-306771" y="1229506"/>
            <a:ext cx="1536100" cy="1062463"/>
            <a:chOff x="605071" y="918504"/>
            <a:chExt cx="1152075" cy="796847"/>
          </a:xfrm>
        </p:grpSpPr>
        <p:sp>
          <p:nvSpPr>
            <p:cNvPr id="1926" name="Google Shape;1926;p25"/>
            <p:cNvSpPr/>
            <p:nvPr/>
          </p:nvSpPr>
          <p:spPr>
            <a:xfrm>
              <a:off x="946790" y="1072190"/>
              <a:ext cx="109211" cy="100945"/>
            </a:xfrm>
            <a:custGeom>
              <a:avLst/>
              <a:gdLst/>
              <a:ahLst/>
              <a:cxnLst/>
              <a:rect l="l" t="t" r="r" b="b"/>
              <a:pathLst>
                <a:path w="938" h="867" extrusionOk="0">
                  <a:moveTo>
                    <a:pt x="465" y="1"/>
                  </a:moveTo>
                  <a:cubicBezTo>
                    <a:pt x="215" y="1"/>
                    <a:pt x="1" y="197"/>
                    <a:pt x="1" y="438"/>
                  </a:cubicBezTo>
                  <a:cubicBezTo>
                    <a:pt x="1" y="679"/>
                    <a:pt x="215" y="866"/>
                    <a:pt x="465" y="866"/>
                  </a:cubicBezTo>
                  <a:cubicBezTo>
                    <a:pt x="723" y="866"/>
                    <a:pt x="937" y="679"/>
                    <a:pt x="937" y="438"/>
                  </a:cubicBezTo>
                  <a:cubicBezTo>
                    <a:pt x="937" y="197"/>
                    <a:pt x="723" y="1"/>
                    <a:pt x="46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25"/>
            <p:cNvSpPr/>
            <p:nvPr/>
          </p:nvSpPr>
          <p:spPr>
            <a:xfrm>
              <a:off x="605071" y="918504"/>
              <a:ext cx="1152075" cy="796847"/>
            </a:xfrm>
            <a:custGeom>
              <a:avLst/>
              <a:gdLst/>
              <a:ahLst/>
              <a:cxnLst/>
              <a:rect l="l" t="t" r="r" b="b"/>
              <a:pathLst>
                <a:path w="9895" h="6844" extrusionOk="0">
                  <a:moveTo>
                    <a:pt x="1" y="1"/>
                  </a:moveTo>
                  <a:lnTo>
                    <a:pt x="1" y="6620"/>
                  </a:lnTo>
                  <a:cubicBezTo>
                    <a:pt x="313" y="6763"/>
                    <a:pt x="670" y="6843"/>
                    <a:pt x="1044" y="6843"/>
                  </a:cubicBezTo>
                  <a:cubicBezTo>
                    <a:pt x="1847" y="6843"/>
                    <a:pt x="2552" y="6477"/>
                    <a:pt x="2980" y="5915"/>
                  </a:cubicBezTo>
                  <a:cubicBezTo>
                    <a:pt x="3355" y="6317"/>
                    <a:pt x="3917" y="6584"/>
                    <a:pt x="4541" y="6584"/>
                  </a:cubicBezTo>
                  <a:cubicBezTo>
                    <a:pt x="5541" y="6584"/>
                    <a:pt x="6379" y="5924"/>
                    <a:pt x="6575" y="5059"/>
                  </a:cubicBezTo>
                  <a:cubicBezTo>
                    <a:pt x="6825" y="5291"/>
                    <a:pt x="7182" y="5442"/>
                    <a:pt x="7575" y="5442"/>
                  </a:cubicBezTo>
                  <a:cubicBezTo>
                    <a:pt x="8083" y="5442"/>
                    <a:pt x="8529" y="5184"/>
                    <a:pt x="8779" y="4809"/>
                  </a:cubicBezTo>
                  <a:cubicBezTo>
                    <a:pt x="8850" y="5023"/>
                    <a:pt x="9064" y="5184"/>
                    <a:pt x="9323" y="5184"/>
                  </a:cubicBezTo>
                  <a:cubicBezTo>
                    <a:pt x="9635" y="5184"/>
                    <a:pt x="9894" y="4952"/>
                    <a:pt x="9894" y="4657"/>
                  </a:cubicBezTo>
                  <a:cubicBezTo>
                    <a:pt x="9894" y="4372"/>
                    <a:pt x="9635" y="4131"/>
                    <a:pt x="9323" y="4131"/>
                  </a:cubicBezTo>
                  <a:cubicBezTo>
                    <a:pt x="9189" y="4131"/>
                    <a:pt x="9073" y="4176"/>
                    <a:pt x="8975" y="4247"/>
                  </a:cubicBezTo>
                  <a:cubicBezTo>
                    <a:pt x="8984" y="4211"/>
                    <a:pt x="8984" y="4167"/>
                    <a:pt x="8984" y="4131"/>
                  </a:cubicBezTo>
                  <a:cubicBezTo>
                    <a:pt x="8984" y="3408"/>
                    <a:pt x="8351" y="2829"/>
                    <a:pt x="7575" y="2829"/>
                  </a:cubicBezTo>
                  <a:cubicBezTo>
                    <a:pt x="7423" y="2829"/>
                    <a:pt x="7271" y="2846"/>
                    <a:pt x="7137" y="2891"/>
                  </a:cubicBezTo>
                  <a:cubicBezTo>
                    <a:pt x="7137" y="2873"/>
                    <a:pt x="7137" y="2846"/>
                    <a:pt x="7137" y="2829"/>
                  </a:cubicBezTo>
                  <a:cubicBezTo>
                    <a:pt x="7137" y="2329"/>
                    <a:pt x="6700" y="1919"/>
                    <a:pt x="6165" y="1919"/>
                  </a:cubicBezTo>
                  <a:cubicBezTo>
                    <a:pt x="5621" y="1919"/>
                    <a:pt x="5184" y="2329"/>
                    <a:pt x="5184" y="2829"/>
                  </a:cubicBezTo>
                  <a:cubicBezTo>
                    <a:pt x="4987" y="2775"/>
                    <a:pt x="4773" y="2739"/>
                    <a:pt x="4541" y="2739"/>
                  </a:cubicBezTo>
                  <a:cubicBezTo>
                    <a:pt x="3917" y="2739"/>
                    <a:pt x="3355" y="2998"/>
                    <a:pt x="2980" y="3408"/>
                  </a:cubicBezTo>
                  <a:cubicBezTo>
                    <a:pt x="2739" y="3096"/>
                    <a:pt x="2418" y="2846"/>
                    <a:pt x="2044" y="2677"/>
                  </a:cubicBezTo>
                  <a:cubicBezTo>
                    <a:pt x="2106" y="2481"/>
                    <a:pt x="2142" y="2276"/>
                    <a:pt x="2142" y="2061"/>
                  </a:cubicBezTo>
                  <a:cubicBezTo>
                    <a:pt x="2142" y="946"/>
                    <a:pt x="1187" y="45"/>
                    <a:pt x="1"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8" name="Google Shape;1928;p25"/>
            <p:cNvSpPr/>
            <p:nvPr/>
          </p:nvSpPr>
          <p:spPr>
            <a:xfrm>
              <a:off x="952030" y="1141814"/>
              <a:ext cx="422874" cy="256728"/>
            </a:xfrm>
            <a:custGeom>
              <a:avLst/>
              <a:gdLst/>
              <a:ahLst/>
              <a:cxnLst/>
              <a:rect l="l" t="t" r="r" b="b"/>
              <a:pathLst>
                <a:path w="3632" h="2205" extrusionOk="0">
                  <a:moveTo>
                    <a:pt x="3185" y="1"/>
                  </a:moveTo>
                  <a:cubicBezTo>
                    <a:pt x="2641" y="1"/>
                    <a:pt x="2204" y="411"/>
                    <a:pt x="2204" y="911"/>
                  </a:cubicBezTo>
                  <a:cubicBezTo>
                    <a:pt x="2007" y="857"/>
                    <a:pt x="1793" y="821"/>
                    <a:pt x="1561" y="821"/>
                  </a:cubicBezTo>
                  <a:cubicBezTo>
                    <a:pt x="937" y="821"/>
                    <a:pt x="375" y="1080"/>
                    <a:pt x="0" y="1490"/>
                  </a:cubicBezTo>
                  <a:cubicBezTo>
                    <a:pt x="321" y="1490"/>
                    <a:pt x="741" y="1758"/>
                    <a:pt x="892" y="2204"/>
                  </a:cubicBezTo>
                  <a:cubicBezTo>
                    <a:pt x="1167" y="1582"/>
                    <a:pt x="1876" y="1248"/>
                    <a:pt x="2405" y="1248"/>
                  </a:cubicBezTo>
                  <a:cubicBezTo>
                    <a:pt x="2529" y="1248"/>
                    <a:pt x="2643" y="1266"/>
                    <a:pt x="2739" y="1303"/>
                  </a:cubicBezTo>
                  <a:cubicBezTo>
                    <a:pt x="2454" y="701"/>
                    <a:pt x="3006" y="77"/>
                    <a:pt x="3465" y="77"/>
                  </a:cubicBezTo>
                  <a:cubicBezTo>
                    <a:pt x="3522" y="77"/>
                    <a:pt x="3578" y="87"/>
                    <a:pt x="3631" y="108"/>
                  </a:cubicBezTo>
                  <a:cubicBezTo>
                    <a:pt x="3497" y="36"/>
                    <a:pt x="3346" y="1"/>
                    <a:pt x="318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9" name="Google Shape;1929;p25"/>
            <p:cNvSpPr/>
            <p:nvPr/>
          </p:nvSpPr>
          <p:spPr>
            <a:xfrm>
              <a:off x="1375832" y="1154272"/>
              <a:ext cx="1048" cy="1164"/>
            </a:xfrm>
            <a:custGeom>
              <a:avLst/>
              <a:gdLst/>
              <a:ahLst/>
              <a:cxnLst/>
              <a:rect l="l" t="t" r="r" b="b"/>
              <a:pathLst>
                <a:path w="9" h="10" extrusionOk="0">
                  <a:moveTo>
                    <a:pt x="0" y="1"/>
                  </a:moveTo>
                  <a:cubicBezTo>
                    <a:pt x="0" y="1"/>
                    <a:pt x="9" y="1"/>
                    <a:pt x="9" y="10"/>
                  </a:cubicBezTo>
                  <a:cubicBezTo>
                    <a:pt x="9" y="1"/>
                    <a:pt x="0" y="1"/>
                    <a:pt x="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30" name="Google Shape;1930;p25"/>
          <p:cNvGrpSpPr/>
          <p:nvPr/>
        </p:nvGrpSpPr>
        <p:grpSpPr>
          <a:xfrm>
            <a:off x="10783995" y="615665"/>
            <a:ext cx="2131459" cy="1005080"/>
            <a:chOff x="6734221" y="539399"/>
            <a:chExt cx="1598594" cy="753810"/>
          </a:xfrm>
        </p:grpSpPr>
        <p:sp>
          <p:nvSpPr>
            <p:cNvPr id="1931" name="Google Shape;1931;p25"/>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25"/>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25"/>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25"/>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25"/>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25"/>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25"/>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25"/>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25"/>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40" name="Google Shape;1940;p25"/>
          <p:cNvGrpSpPr/>
          <p:nvPr/>
        </p:nvGrpSpPr>
        <p:grpSpPr>
          <a:xfrm flipH="1">
            <a:off x="10783990" y="4234262"/>
            <a:ext cx="2012311" cy="520409"/>
            <a:chOff x="279488" y="3058414"/>
            <a:chExt cx="1733754" cy="448371"/>
          </a:xfrm>
        </p:grpSpPr>
        <p:sp>
          <p:nvSpPr>
            <p:cNvPr id="1941" name="Google Shape;1941;p25"/>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2" name="Google Shape;1942;p25"/>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3" name="Google Shape;1943;p25"/>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4" name="Google Shape;1944;p25"/>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5" name="Google Shape;1945;p25"/>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6" name="Google Shape;1946;p25"/>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7" name="Google Shape;1947;p25"/>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8" name="Google Shape;1948;p25"/>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1459326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1949"/>
        <p:cNvGrpSpPr/>
        <p:nvPr/>
      </p:nvGrpSpPr>
      <p:grpSpPr>
        <a:xfrm>
          <a:off x="0" y="0"/>
          <a:ext cx="0" cy="0"/>
          <a:chOff x="0" y="0"/>
          <a:chExt cx="0" cy="0"/>
        </a:xfrm>
      </p:grpSpPr>
      <p:sp>
        <p:nvSpPr>
          <p:cNvPr id="1950" name="Google Shape;1950;p26"/>
          <p:cNvSpPr/>
          <p:nvPr/>
        </p:nvSpPr>
        <p:spPr>
          <a:xfrm>
            <a:off x="-2574234" y="5175666"/>
            <a:ext cx="17094067" cy="2811900"/>
          </a:xfrm>
          <a:custGeom>
            <a:avLst/>
            <a:gdLst/>
            <a:ahLst/>
            <a:cxnLst/>
            <a:rect l="l" t="t" r="r" b="b"/>
            <a:pathLst>
              <a:path w="512822" h="84357" extrusionOk="0">
                <a:moveTo>
                  <a:pt x="483346" y="20125"/>
                </a:moveTo>
                <a:cubicBezTo>
                  <a:pt x="478306" y="11830"/>
                  <a:pt x="472442" y="24559"/>
                  <a:pt x="453107" y="25909"/>
                </a:cubicBezTo>
                <a:cubicBezTo>
                  <a:pt x="433773" y="27259"/>
                  <a:pt x="406864" y="27594"/>
                  <a:pt x="367339" y="28223"/>
                </a:cubicBezTo>
                <a:cubicBezTo>
                  <a:pt x="327814" y="28852"/>
                  <a:pt x="252464" y="29530"/>
                  <a:pt x="215959" y="29685"/>
                </a:cubicBezTo>
                <a:cubicBezTo>
                  <a:pt x="179454" y="29840"/>
                  <a:pt x="178043" y="33250"/>
                  <a:pt x="148307" y="29151"/>
                </a:cubicBezTo>
                <a:cubicBezTo>
                  <a:pt x="118572" y="25052"/>
                  <a:pt x="59108" y="8776"/>
                  <a:pt x="37546" y="5093"/>
                </a:cubicBezTo>
                <a:cubicBezTo>
                  <a:pt x="15984" y="1410"/>
                  <a:pt x="22036" y="-5146"/>
                  <a:pt x="18934" y="7054"/>
                </a:cubicBezTo>
                <a:cubicBezTo>
                  <a:pt x="15832" y="19254"/>
                  <a:pt x="15537" y="65984"/>
                  <a:pt x="18934" y="78293"/>
                </a:cubicBezTo>
                <a:cubicBezTo>
                  <a:pt x="22332" y="90602"/>
                  <a:pt x="-37344" y="80254"/>
                  <a:pt x="39319" y="80907"/>
                </a:cubicBezTo>
                <a:cubicBezTo>
                  <a:pt x="115983" y="81561"/>
                  <a:pt x="404911" y="83086"/>
                  <a:pt x="478915" y="82214"/>
                </a:cubicBezTo>
                <a:cubicBezTo>
                  <a:pt x="552920" y="81343"/>
                  <a:pt x="482608" y="86026"/>
                  <a:pt x="483346" y="75678"/>
                </a:cubicBezTo>
                <a:cubicBezTo>
                  <a:pt x="484085" y="65330"/>
                  <a:pt x="488386" y="28420"/>
                  <a:pt x="483346" y="20125"/>
                </a:cubicBezTo>
                <a:close/>
              </a:path>
            </a:pathLst>
          </a:custGeom>
          <a:solidFill>
            <a:srgbClr val="A9874B">
              <a:alpha val="33930"/>
            </a:srgbClr>
          </a:solidFill>
          <a:ln>
            <a:noFill/>
          </a:ln>
        </p:spPr>
      </p:sp>
      <p:sp>
        <p:nvSpPr>
          <p:cNvPr id="1951" name="Google Shape;1951;p26"/>
          <p:cNvSpPr/>
          <p:nvPr/>
        </p:nvSpPr>
        <p:spPr>
          <a:xfrm>
            <a:off x="-1617270" y="5543698"/>
            <a:ext cx="15527967" cy="2643633"/>
          </a:xfrm>
          <a:custGeom>
            <a:avLst/>
            <a:gdLst/>
            <a:ahLst/>
            <a:cxnLst/>
            <a:rect l="l" t="t" r="r" b="b"/>
            <a:pathLst>
              <a:path w="465839" h="79309" extrusionOk="0">
                <a:moveTo>
                  <a:pt x="26092" y="26418"/>
                </a:moveTo>
                <a:cubicBezTo>
                  <a:pt x="35245" y="17668"/>
                  <a:pt x="59204" y="19105"/>
                  <a:pt x="81671" y="18130"/>
                </a:cubicBezTo>
                <a:cubicBezTo>
                  <a:pt x="104138" y="17155"/>
                  <a:pt x="118074" y="20414"/>
                  <a:pt x="160896" y="20567"/>
                </a:cubicBezTo>
                <a:cubicBezTo>
                  <a:pt x="203718" y="20721"/>
                  <a:pt x="297365" y="20360"/>
                  <a:pt x="338602" y="19051"/>
                </a:cubicBezTo>
                <a:cubicBezTo>
                  <a:pt x="379839" y="17742"/>
                  <a:pt x="393247" y="12713"/>
                  <a:pt x="408320" y="12713"/>
                </a:cubicBezTo>
                <a:cubicBezTo>
                  <a:pt x="423393" y="12713"/>
                  <a:pt x="422320" y="20836"/>
                  <a:pt x="429040" y="19051"/>
                </a:cubicBezTo>
                <a:cubicBezTo>
                  <a:pt x="435760" y="17267"/>
                  <a:pt x="445372" y="-7026"/>
                  <a:pt x="448638" y="2006"/>
                </a:cubicBezTo>
                <a:cubicBezTo>
                  <a:pt x="451904" y="11038"/>
                  <a:pt x="451724" y="60936"/>
                  <a:pt x="448638" y="73245"/>
                </a:cubicBezTo>
                <a:cubicBezTo>
                  <a:pt x="445552" y="85554"/>
                  <a:pt x="499764" y="75206"/>
                  <a:pt x="430120" y="75859"/>
                </a:cubicBezTo>
                <a:cubicBezTo>
                  <a:pt x="360476" y="76513"/>
                  <a:pt x="98004" y="78038"/>
                  <a:pt x="30776" y="77166"/>
                </a:cubicBezTo>
                <a:cubicBezTo>
                  <a:pt x="-36452" y="76295"/>
                  <a:pt x="27532" y="79088"/>
                  <a:pt x="26751" y="70630"/>
                </a:cubicBezTo>
                <a:cubicBezTo>
                  <a:pt x="25970" y="62172"/>
                  <a:pt x="16939" y="35168"/>
                  <a:pt x="26092" y="26418"/>
                </a:cubicBezTo>
                <a:close/>
              </a:path>
            </a:pathLst>
          </a:custGeom>
          <a:solidFill>
            <a:schemeClr val="dk2"/>
          </a:solidFill>
          <a:ln>
            <a:noFill/>
          </a:ln>
        </p:spPr>
      </p:sp>
      <p:grpSp>
        <p:nvGrpSpPr>
          <p:cNvPr id="1952" name="Google Shape;1952;p26"/>
          <p:cNvGrpSpPr/>
          <p:nvPr/>
        </p:nvGrpSpPr>
        <p:grpSpPr>
          <a:xfrm>
            <a:off x="11564679" y="5099281"/>
            <a:ext cx="493231" cy="1039529"/>
            <a:chOff x="659672" y="1912000"/>
            <a:chExt cx="262823" cy="553923"/>
          </a:xfrm>
        </p:grpSpPr>
        <p:sp>
          <p:nvSpPr>
            <p:cNvPr id="1953" name="Google Shape;1953;p2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4" name="Google Shape;1954;p2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55" name="Google Shape;1955;p26"/>
          <p:cNvGrpSpPr/>
          <p:nvPr/>
        </p:nvGrpSpPr>
        <p:grpSpPr>
          <a:xfrm>
            <a:off x="-27200" y="6183535"/>
            <a:ext cx="12246400" cy="686699"/>
            <a:chOff x="-20400" y="4637651"/>
            <a:chExt cx="9184800" cy="515024"/>
          </a:xfrm>
        </p:grpSpPr>
        <p:sp>
          <p:nvSpPr>
            <p:cNvPr id="1956" name="Google Shape;1956;p26"/>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957" name="Google Shape;1957;p26"/>
            <p:cNvGrpSpPr/>
            <p:nvPr/>
          </p:nvGrpSpPr>
          <p:grpSpPr>
            <a:xfrm>
              <a:off x="335951" y="4637651"/>
              <a:ext cx="8472099" cy="486325"/>
              <a:chOff x="432948" y="4542401"/>
              <a:chExt cx="8472099" cy="486325"/>
            </a:xfrm>
          </p:grpSpPr>
          <p:sp>
            <p:nvSpPr>
              <p:cNvPr id="1958" name="Google Shape;1958;p26"/>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9" name="Google Shape;1959;p26"/>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0" name="Google Shape;1960;p26"/>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1" name="Google Shape;1961;p26"/>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2" name="Google Shape;1962;p26"/>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3" name="Google Shape;1963;p26"/>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4" name="Google Shape;1964;p26"/>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5" name="Google Shape;1965;p26"/>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6" name="Google Shape;1966;p26"/>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7" name="Google Shape;1967;p26"/>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8" name="Google Shape;1968;p26"/>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69" name="Google Shape;1969;p26"/>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0" name="Google Shape;1970;p26"/>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1" name="Google Shape;1971;p26"/>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2" name="Google Shape;1972;p26"/>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3" name="Google Shape;1973;p26"/>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4" name="Google Shape;1974;p26"/>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5" name="Google Shape;1975;p26"/>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6" name="Google Shape;1976;p26"/>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7" name="Google Shape;1977;p26"/>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8" name="Google Shape;1978;p26"/>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79" name="Google Shape;1979;p26"/>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0" name="Google Shape;1980;p26"/>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1" name="Google Shape;1981;p26"/>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2" name="Google Shape;1982;p26"/>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3" name="Google Shape;1983;p26"/>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4" name="Google Shape;1984;p26"/>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5" name="Google Shape;1985;p26"/>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6" name="Google Shape;1986;p26"/>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7" name="Google Shape;1987;p26"/>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8" name="Google Shape;1988;p26"/>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89" name="Google Shape;1989;p26"/>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0" name="Google Shape;1990;p26"/>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1" name="Google Shape;1991;p26"/>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2" name="Google Shape;1992;p26"/>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3" name="Google Shape;1993;p26"/>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4" name="Google Shape;1994;p26"/>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1995" name="Google Shape;1995;p26"/>
          <p:cNvGrpSpPr/>
          <p:nvPr/>
        </p:nvGrpSpPr>
        <p:grpSpPr>
          <a:xfrm>
            <a:off x="234776" y="5261645"/>
            <a:ext cx="391536" cy="825199"/>
            <a:chOff x="659672" y="1912000"/>
            <a:chExt cx="262823" cy="553923"/>
          </a:xfrm>
        </p:grpSpPr>
        <p:sp>
          <p:nvSpPr>
            <p:cNvPr id="1996" name="Google Shape;1996;p26"/>
            <p:cNvSpPr/>
            <p:nvPr/>
          </p:nvSpPr>
          <p:spPr>
            <a:xfrm>
              <a:off x="776301" y="2322908"/>
              <a:ext cx="29569" cy="143015"/>
            </a:xfrm>
            <a:custGeom>
              <a:avLst/>
              <a:gdLst/>
              <a:ahLst/>
              <a:cxnLst/>
              <a:rect l="l" t="t" r="r" b="b"/>
              <a:pathLst>
                <a:path w="251" h="1214" extrusionOk="0">
                  <a:moveTo>
                    <a:pt x="0" y="1"/>
                  </a:moveTo>
                  <a:lnTo>
                    <a:pt x="0" y="1214"/>
                  </a:lnTo>
                  <a:lnTo>
                    <a:pt x="250" y="1214"/>
                  </a:lnTo>
                  <a:lnTo>
                    <a:pt x="25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97" name="Google Shape;1997;p26"/>
            <p:cNvSpPr/>
            <p:nvPr/>
          </p:nvSpPr>
          <p:spPr>
            <a:xfrm>
              <a:off x="659672" y="1912000"/>
              <a:ext cx="262823" cy="458379"/>
            </a:xfrm>
            <a:custGeom>
              <a:avLst/>
              <a:gdLst/>
              <a:ahLst/>
              <a:cxnLst/>
              <a:rect l="l" t="t" r="r" b="b"/>
              <a:pathLst>
                <a:path w="2231" h="3891" extrusionOk="0">
                  <a:moveTo>
                    <a:pt x="1115" y="1"/>
                  </a:moveTo>
                  <a:cubicBezTo>
                    <a:pt x="500" y="1"/>
                    <a:pt x="0" y="866"/>
                    <a:pt x="0" y="1945"/>
                  </a:cubicBezTo>
                  <a:cubicBezTo>
                    <a:pt x="0" y="3025"/>
                    <a:pt x="500" y="3890"/>
                    <a:pt x="1115" y="3890"/>
                  </a:cubicBezTo>
                  <a:cubicBezTo>
                    <a:pt x="1731" y="3890"/>
                    <a:pt x="2230" y="3025"/>
                    <a:pt x="2230" y="1945"/>
                  </a:cubicBezTo>
                  <a:cubicBezTo>
                    <a:pt x="2230" y="866"/>
                    <a:pt x="1731" y="1"/>
                    <a:pt x="11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98" name="Google Shape;1998;p26"/>
          <p:cNvGrpSpPr/>
          <p:nvPr/>
        </p:nvGrpSpPr>
        <p:grpSpPr>
          <a:xfrm>
            <a:off x="-843185" y="-382221"/>
            <a:ext cx="2951401" cy="1135736"/>
            <a:chOff x="3352611" y="546734"/>
            <a:chExt cx="2213551" cy="851802"/>
          </a:xfrm>
        </p:grpSpPr>
        <p:sp>
          <p:nvSpPr>
            <p:cNvPr id="1999" name="Google Shape;1999;p26"/>
            <p:cNvSpPr/>
            <p:nvPr/>
          </p:nvSpPr>
          <p:spPr>
            <a:xfrm>
              <a:off x="5493394" y="908129"/>
              <a:ext cx="72769" cy="66598"/>
            </a:xfrm>
            <a:custGeom>
              <a:avLst/>
              <a:gdLst/>
              <a:ahLst/>
              <a:cxnLst/>
              <a:rect l="l" t="t" r="r" b="b"/>
              <a:pathLst>
                <a:path w="625" h="572" extrusionOk="0">
                  <a:moveTo>
                    <a:pt x="312" y="1"/>
                  </a:moveTo>
                  <a:cubicBezTo>
                    <a:pt x="143" y="1"/>
                    <a:pt x="0" y="126"/>
                    <a:pt x="0" y="286"/>
                  </a:cubicBezTo>
                  <a:cubicBezTo>
                    <a:pt x="0" y="447"/>
                    <a:pt x="143" y="572"/>
                    <a:pt x="312" y="572"/>
                  </a:cubicBezTo>
                  <a:cubicBezTo>
                    <a:pt x="482" y="572"/>
                    <a:pt x="625" y="447"/>
                    <a:pt x="625" y="286"/>
                  </a:cubicBezTo>
                  <a:cubicBezTo>
                    <a:pt x="625" y="126"/>
                    <a:pt x="482" y="1"/>
                    <a:pt x="312"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000" name="Google Shape;2000;p26"/>
            <p:cNvGrpSpPr/>
            <p:nvPr/>
          </p:nvGrpSpPr>
          <p:grpSpPr>
            <a:xfrm>
              <a:off x="3352611" y="546734"/>
              <a:ext cx="2077576" cy="851802"/>
              <a:chOff x="3352611" y="546734"/>
              <a:chExt cx="2077576" cy="851802"/>
            </a:xfrm>
          </p:grpSpPr>
          <p:sp>
            <p:nvSpPr>
              <p:cNvPr id="2001" name="Google Shape;2001;p26"/>
              <p:cNvSpPr/>
              <p:nvPr/>
            </p:nvSpPr>
            <p:spPr>
              <a:xfrm>
                <a:off x="4624017" y="733602"/>
                <a:ext cx="108163" cy="100945"/>
              </a:xfrm>
              <a:custGeom>
                <a:avLst/>
                <a:gdLst/>
                <a:ahLst/>
                <a:cxnLst/>
                <a:rect l="l" t="t" r="r" b="b"/>
                <a:pathLst>
                  <a:path w="929" h="867" extrusionOk="0">
                    <a:moveTo>
                      <a:pt x="464" y="1"/>
                    </a:moveTo>
                    <a:cubicBezTo>
                      <a:pt x="214" y="1"/>
                      <a:pt x="0" y="197"/>
                      <a:pt x="0" y="438"/>
                    </a:cubicBezTo>
                    <a:cubicBezTo>
                      <a:pt x="0" y="670"/>
                      <a:pt x="214" y="866"/>
                      <a:pt x="464" y="866"/>
                    </a:cubicBezTo>
                    <a:cubicBezTo>
                      <a:pt x="723" y="866"/>
                      <a:pt x="928" y="670"/>
                      <a:pt x="928" y="438"/>
                    </a:cubicBezTo>
                    <a:cubicBezTo>
                      <a:pt x="928" y="197"/>
                      <a:pt x="723" y="1"/>
                      <a:pt x="4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2" name="Google Shape;2002;p26"/>
              <p:cNvSpPr/>
              <p:nvPr/>
            </p:nvSpPr>
            <p:spPr>
              <a:xfrm>
                <a:off x="3519920" y="559192"/>
                <a:ext cx="1910267" cy="839344"/>
              </a:xfrm>
              <a:custGeom>
                <a:avLst/>
                <a:gdLst/>
                <a:ahLst/>
                <a:cxnLst/>
                <a:rect l="l" t="t" r="r" b="b"/>
                <a:pathLst>
                  <a:path w="16407" h="7209" extrusionOk="0">
                    <a:moveTo>
                      <a:pt x="6575" y="0"/>
                    </a:moveTo>
                    <a:cubicBezTo>
                      <a:pt x="5817" y="0"/>
                      <a:pt x="5148" y="348"/>
                      <a:pt x="4728" y="866"/>
                    </a:cubicBezTo>
                    <a:cubicBezTo>
                      <a:pt x="4612" y="750"/>
                      <a:pt x="4452" y="678"/>
                      <a:pt x="4273" y="678"/>
                    </a:cubicBezTo>
                    <a:cubicBezTo>
                      <a:pt x="3925" y="678"/>
                      <a:pt x="3649" y="937"/>
                      <a:pt x="3649" y="1258"/>
                    </a:cubicBezTo>
                    <a:cubicBezTo>
                      <a:pt x="3649" y="1579"/>
                      <a:pt x="3925" y="1838"/>
                      <a:pt x="4273" y="1838"/>
                    </a:cubicBezTo>
                    <a:lnTo>
                      <a:pt x="4300" y="1838"/>
                    </a:lnTo>
                    <a:cubicBezTo>
                      <a:pt x="4282" y="1936"/>
                      <a:pt x="4273" y="2034"/>
                      <a:pt x="4273" y="2141"/>
                    </a:cubicBezTo>
                    <a:cubicBezTo>
                      <a:pt x="4273" y="2578"/>
                      <a:pt x="4416" y="2989"/>
                      <a:pt x="4666" y="3328"/>
                    </a:cubicBezTo>
                    <a:cubicBezTo>
                      <a:pt x="4256" y="3408"/>
                      <a:pt x="3899" y="3613"/>
                      <a:pt x="3649" y="3899"/>
                    </a:cubicBezTo>
                    <a:cubicBezTo>
                      <a:pt x="3426" y="3462"/>
                      <a:pt x="2944" y="3158"/>
                      <a:pt x="2391" y="3158"/>
                    </a:cubicBezTo>
                    <a:cubicBezTo>
                      <a:pt x="1776" y="3158"/>
                      <a:pt x="1258" y="3533"/>
                      <a:pt x="1080" y="4041"/>
                    </a:cubicBezTo>
                    <a:cubicBezTo>
                      <a:pt x="964" y="3934"/>
                      <a:pt x="803" y="3863"/>
                      <a:pt x="625" y="3863"/>
                    </a:cubicBezTo>
                    <a:cubicBezTo>
                      <a:pt x="277" y="3863"/>
                      <a:pt x="0" y="4122"/>
                      <a:pt x="0" y="4443"/>
                    </a:cubicBezTo>
                    <a:cubicBezTo>
                      <a:pt x="0" y="4764"/>
                      <a:pt x="277" y="5023"/>
                      <a:pt x="625" y="5023"/>
                    </a:cubicBezTo>
                    <a:cubicBezTo>
                      <a:pt x="803" y="5023"/>
                      <a:pt x="964" y="4951"/>
                      <a:pt x="1080" y="4844"/>
                    </a:cubicBezTo>
                    <a:cubicBezTo>
                      <a:pt x="1258" y="5353"/>
                      <a:pt x="1776" y="5727"/>
                      <a:pt x="2391" y="5727"/>
                    </a:cubicBezTo>
                    <a:cubicBezTo>
                      <a:pt x="2739" y="5727"/>
                      <a:pt x="3051" y="5611"/>
                      <a:pt x="3292" y="5415"/>
                    </a:cubicBezTo>
                    <a:cubicBezTo>
                      <a:pt x="3506" y="6120"/>
                      <a:pt x="4202" y="6637"/>
                      <a:pt x="5032" y="6637"/>
                    </a:cubicBezTo>
                    <a:cubicBezTo>
                      <a:pt x="5353" y="6637"/>
                      <a:pt x="5656" y="6557"/>
                      <a:pt x="5915" y="6423"/>
                    </a:cubicBezTo>
                    <a:cubicBezTo>
                      <a:pt x="6307" y="6896"/>
                      <a:pt x="6914" y="7208"/>
                      <a:pt x="7610" y="7208"/>
                    </a:cubicBezTo>
                    <a:cubicBezTo>
                      <a:pt x="8457" y="7208"/>
                      <a:pt x="9189" y="6744"/>
                      <a:pt x="9519" y="6075"/>
                    </a:cubicBezTo>
                    <a:cubicBezTo>
                      <a:pt x="9519" y="6075"/>
                      <a:pt x="9519" y="6075"/>
                      <a:pt x="9528" y="6066"/>
                    </a:cubicBezTo>
                    <a:cubicBezTo>
                      <a:pt x="9903" y="6477"/>
                      <a:pt x="10465" y="6736"/>
                      <a:pt x="11089" y="6736"/>
                    </a:cubicBezTo>
                    <a:cubicBezTo>
                      <a:pt x="12079" y="6736"/>
                      <a:pt x="12909" y="6084"/>
                      <a:pt x="13105" y="5219"/>
                    </a:cubicBezTo>
                    <a:cubicBezTo>
                      <a:pt x="13364" y="5451"/>
                      <a:pt x="13712" y="5603"/>
                      <a:pt x="14104" y="5603"/>
                    </a:cubicBezTo>
                    <a:cubicBezTo>
                      <a:pt x="14613" y="5603"/>
                      <a:pt x="15059" y="5344"/>
                      <a:pt x="15300" y="4969"/>
                    </a:cubicBezTo>
                    <a:cubicBezTo>
                      <a:pt x="15371" y="5183"/>
                      <a:pt x="15585" y="5344"/>
                      <a:pt x="15844" y="5344"/>
                    </a:cubicBezTo>
                    <a:cubicBezTo>
                      <a:pt x="16156" y="5344"/>
                      <a:pt x="16406" y="5112"/>
                      <a:pt x="16406" y="4826"/>
                    </a:cubicBezTo>
                    <a:cubicBezTo>
                      <a:pt x="16406" y="4532"/>
                      <a:pt x="16156" y="4300"/>
                      <a:pt x="15844" y="4300"/>
                    </a:cubicBezTo>
                    <a:cubicBezTo>
                      <a:pt x="15710" y="4300"/>
                      <a:pt x="15594" y="4345"/>
                      <a:pt x="15496" y="4407"/>
                    </a:cubicBezTo>
                    <a:cubicBezTo>
                      <a:pt x="15505" y="4371"/>
                      <a:pt x="15505" y="4336"/>
                      <a:pt x="15505" y="4300"/>
                    </a:cubicBezTo>
                    <a:cubicBezTo>
                      <a:pt x="15505" y="3578"/>
                      <a:pt x="14881" y="2998"/>
                      <a:pt x="14104" y="2998"/>
                    </a:cubicBezTo>
                    <a:cubicBezTo>
                      <a:pt x="13953" y="2998"/>
                      <a:pt x="13801" y="3024"/>
                      <a:pt x="13667" y="3060"/>
                    </a:cubicBezTo>
                    <a:cubicBezTo>
                      <a:pt x="13667" y="3042"/>
                      <a:pt x="13667" y="3015"/>
                      <a:pt x="13667" y="2998"/>
                    </a:cubicBezTo>
                    <a:cubicBezTo>
                      <a:pt x="13667" y="2498"/>
                      <a:pt x="13230" y="2097"/>
                      <a:pt x="12695" y="2097"/>
                    </a:cubicBezTo>
                    <a:cubicBezTo>
                      <a:pt x="12160" y="2097"/>
                      <a:pt x="11722" y="2498"/>
                      <a:pt x="11722" y="2998"/>
                    </a:cubicBezTo>
                    <a:cubicBezTo>
                      <a:pt x="11722" y="2998"/>
                      <a:pt x="11722" y="2998"/>
                      <a:pt x="11722" y="3007"/>
                    </a:cubicBezTo>
                    <a:cubicBezTo>
                      <a:pt x="11526" y="2944"/>
                      <a:pt x="11312" y="2908"/>
                      <a:pt x="11089" y="2908"/>
                    </a:cubicBezTo>
                    <a:cubicBezTo>
                      <a:pt x="10465" y="2908"/>
                      <a:pt x="9903" y="3167"/>
                      <a:pt x="9528" y="3578"/>
                    </a:cubicBezTo>
                    <a:cubicBezTo>
                      <a:pt x="9314" y="3301"/>
                      <a:pt x="9037" y="3078"/>
                      <a:pt x="8716" y="2917"/>
                    </a:cubicBezTo>
                    <a:cubicBezTo>
                      <a:pt x="8823" y="2676"/>
                      <a:pt x="8877" y="2418"/>
                      <a:pt x="8877" y="2141"/>
                    </a:cubicBezTo>
                    <a:cubicBezTo>
                      <a:pt x="8877" y="964"/>
                      <a:pt x="7851" y="0"/>
                      <a:pt x="6575"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3" name="Google Shape;2003;p26"/>
              <p:cNvSpPr/>
              <p:nvPr/>
            </p:nvSpPr>
            <p:spPr>
              <a:xfrm>
                <a:off x="3881316" y="546734"/>
                <a:ext cx="73933" cy="67529"/>
              </a:xfrm>
              <a:custGeom>
                <a:avLst/>
                <a:gdLst/>
                <a:ahLst/>
                <a:cxnLst/>
                <a:rect l="l" t="t" r="r" b="b"/>
                <a:pathLst>
                  <a:path w="635" h="580" extrusionOk="0">
                    <a:moveTo>
                      <a:pt x="322" y="0"/>
                    </a:moveTo>
                    <a:cubicBezTo>
                      <a:pt x="143" y="0"/>
                      <a:pt x="1" y="125"/>
                      <a:pt x="1" y="286"/>
                    </a:cubicBezTo>
                    <a:cubicBezTo>
                      <a:pt x="1" y="446"/>
                      <a:pt x="143" y="580"/>
                      <a:pt x="322" y="580"/>
                    </a:cubicBezTo>
                    <a:cubicBezTo>
                      <a:pt x="491" y="580"/>
                      <a:pt x="634" y="446"/>
                      <a:pt x="634" y="286"/>
                    </a:cubicBezTo>
                    <a:cubicBezTo>
                      <a:pt x="634" y="125"/>
                      <a:pt x="491" y="0"/>
                      <a:pt x="32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4" name="Google Shape;2004;p26"/>
              <p:cNvSpPr/>
              <p:nvPr/>
            </p:nvSpPr>
            <p:spPr>
              <a:xfrm>
                <a:off x="3352611" y="1043186"/>
                <a:ext cx="72885" cy="66598"/>
              </a:xfrm>
              <a:custGeom>
                <a:avLst/>
                <a:gdLst/>
                <a:ahLst/>
                <a:cxnLst/>
                <a:rect l="l" t="t" r="r" b="b"/>
                <a:pathLst>
                  <a:path w="626" h="572" extrusionOk="0">
                    <a:moveTo>
                      <a:pt x="313" y="0"/>
                    </a:moveTo>
                    <a:cubicBezTo>
                      <a:pt x="144" y="0"/>
                      <a:pt x="1" y="125"/>
                      <a:pt x="1" y="286"/>
                    </a:cubicBezTo>
                    <a:cubicBezTo>
                      <a:pt x="1" y="446"/>
                      <a:pt x="144" y="571"/>
                      <a:pt x="313" y="571"/>
                    </a:cubicBezTo>
                    <a:cubicBezTo>
                      <a:pt x="483" y="571"/>
                      <a:pt x="625" y="446"/>
                      <a:pt x="625" y="286"/>
                    </a:cubicBezTo>
                    <a:cubicBezTo>
                      <a:pt x="625" y="125"/>
                      <a:pt x="483" y="0"/>
                      <a:pt x="31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5" name="Google Shape;2005;p26"/>
              <p:cNvSpPr/>
              <p:nvPr/>
            </p:nvSpPr>
            <p:spPr>
              <a:xfrm>
                <a:off x="4629140" y="803227"/>
                <a:ext cx="436380" cy="248345"/>
              </a:xfrm>
              <a:custGeom>
                <a:avLst/>
                <a:gdLst/>
                <a:ahLst/>
                <a:cxnLst/>
                <a:rect l="l" t="t" r="r" b="b"/>
                <a:pathLst>
                  <a:path w="3748" h="2133" extrusionOk="0">
                    <a:moveTo>
                      <a:pt x="3168" y="1"/>
                    </a:moveTo>
                    <a:cubicBezTo>
                      <a:pt x="2633" y="1"/>
                      <a:pt x="2195" y="402"/>
                      <a:pt x="2195" y="902"/>
                    </a:cubicBezTo>
                    <a:cubicBezTo>
                      <a:pt x="2195" y="902"/>
                      <a:pt x="2195" y="902"/>
                      <a:pt x="2195" y="911"/>
                    </a:cubicBezTo>
                    <a:cubicBezTo>
                      <a:pt x="1999" y="848"/>
                      <a:pt x="1785" y="812"/>
                      <a:pt x="1562" y="812"/>
                    </a:cubicBezTo>
                    <a:cubicBezTo>
                      <a:pt x="938" y="812"/>
                      <a:pt x="376" y="1071"/>
                      <a:pt x="1" y="1482"/>
                    </a:cubicBezTo>
                    <a:cubicBezTo>
                      <a:pt x="1" y="1482"/>
                      <a:pt x="518" y="1687"/>
                      <a:pt x="884" y="2133"/>
                    </a:cubicBezTo>
                    <a:cubicBezTo>
                      <a:pt x="1170" y="1580"/>
                      <a:pt x="1642" y="1107"/>
                      <a:pt x="2561" y="1080"/>
                    </a:cubicBezTo>
                    <a:cubicBezTo>
                      <a:pt x="2569" y="588"/>
                      <a:pt x="3080" y="143"/>
                      <a:pt x="3535" y="143"/>
                    </a:cubicBezTo>
                    <a:cubicBezTo>
                      <a:pt x="3608" y="143"/>
                      <a:pt x="3680" y="154"/>
                      <a:pt x="3748" y="179"/>
                    </a:cubicBezTo>
                    <a:cubicBezTo>
                      <a:pt x="3587" y="63"/>
                      <a:pt x="3391" y="1"/>
                      <a:pt x="316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6" name="Google Shape;2006;p26"/>
              <p:cNvSpPr/>
              <p:nvPr/>
            </p:nvSpPr>
            <p:spPr>
              <a:xfrm>
                <a:off x="3653930" y="926874"/>
                <a:ext cx="268022" cy="111773"/>
              </a:xfrm>
              <a:custGeom>
                <a:avLst/>
                <a:gdLst/>
                <a:ahLst/>
                <a:cxnLst/>
                <a:rect l="l" t="t" r="r" b="b"/>
                <a:pathLst>
                  <a:path w="2302" h="960" extrusionOk="0">
                    <a:moveTo>
                      <a:pt x="1240" y="0"/>
                    </a:moveTo>
                    <a:cubicBezTo>
                      <a:pt x="696" y="0"/>
                      <a:pt x="223" y="295"/>
                      <a:pt x="0" y="723"/>
                    </a:cubicBezTo>
                    <a:cubicBezTo>
                      <a:pt x="7" y="743"/>
                      <a:pt x="109" y="960"/>
                      <a:pt x="217" y="960"/>
                    </a:cubicBezTo>
                    <a:cubicBezTo>
                      <a:pt x="252" y="960"/>
                      <a:pt x="288" y="936"/>
                      <a:pt x="321" y="874"/>
                    </a:cubicBezTo>
                    <a:cubicBezTo>
                      <a:pt x="535" y="527"/>
                      <a:pt x="937" y="286"/>
                      <a:pt x="1401" y="286"/>
                    </a:cubicBezTo>
                    <a:cubicBezTo>
                      <a:pt x="1543" y="286"/>
                      <a:pt x="1677" y="312"/>
                      <a:pt x="1811" y="357"/>
                    </a:cubicBezTo>
                    <a:cubicBezTo>
                      <a:pt x="1933" y="396"/>
                      <a:pt x="2012" y="409"/>
                      <a:pt x="2064" y="409"/>
                    </a:cubicBezTo>
                    <a:cubicBezTo>
                      <a:pt x="2167" y="409"/>
                      <a:pt x="2159" y="357"/>
                      <a:pt x="2159" y="357"/>
                    </a:cubicBezTo>
                    <a:lnTo>
                      <a:pt x="2159" y="357"/>
                    </a:lnTo>
                    <a:lnTo>
                      <a:pt x="2302" y="464"/>
                    </a:lnTo>
                    <a:cubicBezTo>
                      <a:pt x="2052" y="179"/>
                      <a:pt x="1668" y="0"/>
                      <a:pt x="124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7" name="Google Shape;2007;p26"/>
              <p:cNvSpPr/>
              <p:nvPr/>
            </p:nvSpPr>
            <p:spPr>
              <a:xfrm>
                <a:off x="3944653" y="559192"/>
                <a:ext cx="608812" cy="263947"/>
              </a:xfrm>
              <a:custGeom>
                <a:avLst/>
                <a:gdLst/>
                <a:ahLst/>
                <a:cxnLst/>
                <a:rect l="l" t="t" r="r" b="b"/>
                <a:pathLst>
                  <a:path w="5229" h="2267" extrusionOk="0">
                    <a:moveTo>
                      <a:pt x="2927" y="0"/>
                    </a:moveTo>
                    <a:cubicBezTo>
                      <a:pt x="2169" y="0"/>
                      <a:pt x="1500" y="348"/>
                      <a:pt x="1080" y="866"/>
                    </a:cubicBezTo>
                    <a:cubicBezTo>
                      <a:pt x="964" y="750"/>
                      <a:pt x="804" y="678"/>
                      <a:pt x="625" y="678"/>
                    </a:cubicBezTo>
                    <a:cubicBezTo>
                      <a:pt x="277" y="678"/>
                      <a:pt x="1" y="937"/>
                      <a:pt x="1" y="1258"/>
                    </a:cubicBezTo>
                    <a:cubicBezTo>
                      <a:pt x="1" y="1472"/>
                      <a:pt x="117" y="1651"/>
                      <a:pt x="295" y="1749"/>
                    </a:cubicBezTo>
                    <a:cubicBezTo>
                      <a:pt x="242" y="1668"/>
                      <a:pt x="215" y="1570"/>
                      <a:pt x="215" y="1463"/>
                    </a:cubicBezTo>
                    <a:cubicBezTo>
                      <a:pt x="215" y="1142"/>
                      <a:pt x="492" y="874"/>
                      <a:pt x="840" y="874"/>
                    </a:cubicBezTo>
                    <a:cubicBezTo>
                      <a:pt x="1170" y="874"/>
                      <a:pt x="1437" y="1106"/>
                      <a:pt x="1464" y="1401"/>
                    </a:cubicBezTo>
                    <a:cubicBezTo>
                      <a:pt x="1821" y="866"/>
                      <a:pt x="2463" y="500"/>
                      <a:pt x="3195" y="500"/>
                    </a:cubicBezTo>
                    <a:cubicBezTo>
                      <a:pt x="4274" y="500"/>
                      <a:pt x="5157" y="1285"/>
                      <a:pt x="5229" y="2266"/>
                    </a:cubicBezTo>
                    <a:cubicBezTo>
                      <a:pt x="5229" y="2222"/>
                      <a:pt x="5229" y="2186"/>
                      <a:pt x="5229" y="2141"/>
                    </a:cubicBezTo>
                    <a:cubicBezTo>
                      <a:pt x="5229" y="964"/>
                      <a:pt x="4203" y="0"/>
                      <a:pt x="2927"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8" name="Google Shape;2008;p26"/>
              <p:cNvSpPr/>
              <p:nvPr/>
            </p:nvSpPr>
            <p:spPr>
              <a:xfrm>
                <a:off x="3953036" y="782502"/>
                <a:ext cx="185007" cy="242058"/>
              </a:xfrm>
              <a:custGeom>
                <a:avLst/>
                <a:gdLst/>
                <a:ahLst/>
                <a:cxnLst/>
                <a:rect l="l" t="t" r="r" b="b"/>
                <a:pathLst>
                  <a:path w="1589" h="2079" extrusionOk="0">
                    <a:moveTo>
                      <a:pt x="1160" y="0"/>
                    </a:moveTo>
                    <a:lnTo>
                      <a:pt x="1160" y="0"/>
                    </a:lnTo>
                    <a:cubicBezTo>
                      <a:pt x="1053" y="80"/>
                      <a:pt x="919" y="125"/>
                      <a:pt x="768" y="125"/>
                    </a:cubicBezTo>
                    <a:cubicBezTo>
                      <a:pt x="696" y="125"/>
                      <a:pt x="625" y="116"/>
                      <a:pt x="562" y="89"/>
                    </a:cubicBezTo>
                    <a:cubicBezTo>
                      <a:pt x="553" y="134"/>
                      <a:pt x="553" y="179"/>
                      <a:pt x="553" y="223"/>
                    </a:cubicBezTo>
                    <a:cubicBezTo>
                      <a:pt x="553" y="660"/>
                      <a:pt x="696" y="1071"/>
                      <a:pt x="946" y="1410"/>
                    </a:cubicBezTo>
                    <a:cubicBezTo>
                      <a:pt x="571" y="1481"/>
                      <a:pt x="250" y="1660"/>
                      <a:pt x="0" y="1909"/>
                    </a:cubicBezTo>
                    <a:cubicBezTo>
                      <a:pt x="0" y="1909"/>
                      <a:pt x="115" y="2079"/>
                      <a:pt x="246" y="2079"/>
                    </a:cubicBezTo>
                    <a:cubicBezTo>
                      <a:pt x="273" y="2079"/>
                      <a:pt x="302" y="2071"/>
                      <a:pt x="330" y="2052"/>
                    </a:cubicBezTo>
                    <a:cubicBezTo>
                      <a:pt x="625" y="1829"/>
                      <a:pt x="999" y="1695"/>
                      <a:pt x="1410" y="1695"/>
                    </a:cubicBezTo>
                    <a:cubicBezTo>
                      <a:pt x="1472" y="1695"/>
                      <a:pt x="1526" y="1695"/>
                      <a:pt x="1588" y="1704"/>
                    </a:cubicBezTo>
                    <a:cubicBezTo>
                      <a:pt x="1276" y="1374"/>
                      <a:pt x="1089" y="946"/>
                      <a:pt x="1089" y="473"/>
                    </a:cubicBezTo>
                    <a:cubicBezTo>
                      <a:pt x="1089" y="312"/>
                      <a:pt x="1115" y="152"/>
                      <a:pt x="1160"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09" name="Google Shape;2009;p26"/>
              <p:cNvSpPr/>
              <p:nvPr/>
            </p:nvSpPr>
            <p:spPr>
              <a:xfrm>
                <a:off x="3519920" y="1008840"/>
                <a:ext cx="119341" cy="94658"/>
              </a:xfrm>
              <a:custGeom>
                <a:avLst/>
                <a:gdLst/>
                <a:ahLst/>
                <a:cxnLst/>
                <a:rect l="l" t="t" r="r" b="b"/>
                <a:pathLst>
                  <a:path w="1025" h="813" extrusionOk="0">
                    <a:moveTo>
                      <a:pt x="625" y="1"/>
                    </a:moveTo>
                    <a:cubicBezTo>
                      <a:pt x="277" y="1"/>
                      <a:pt x="0" y="260"/>
                      <a:pt x="0" y="581"/>
                    </a:cubicBezTo>
                    <a:cubicBezTo>
                      <a:pt x="0" y="661"/>
                      <a:pt x="18" y="741"/>
                      <a:pt x="54" y="813"/>
                    </a:cubicBezTo>
                    <a:cubicBezTo>
                      <a:pt x="107" y="786"/>
                      <a:pt x="161" y="750"/>
                      <a:pt x="161" y="652"/>
                    </a:cubicBezTo>
                    <a:cubicBezTo>
                      <a:pt x="161" y="376"/>
                      <a:pt x="402" y="153"/>
                      <a:pt x="705" y="153"/>
                    </a:cubicBezTo>
                    <a:cubicBezTo>
                      <a:pt x="803" y="153"/>
                      <a:pt x="901" y="179"/>
                      <a:pt x="982" y="224"/>
                    </a:cubicBezTo>
                    <a:cubicBezTo>
                      <a:pt x="986" y="226"/>
                      <a:pt x="990" y="227"/>
                      <a:pt x="993" y="227"/>
                    </a:cubicBezTo>
                    <a:cubicBezTo>
                      <a:pt x="1025" y="227"/>
                      <a:pt x="973" y="108"/>
                      <a:pt x="973" y="108"/>
                    </a:cubicBezTo>
                    <a:cubicBezTo>
                      <a:pt x="874" y="37"/>
                      <a:pt x="759" y="1"/>
                      <a:pt x="62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grpSp>
        <p:nvGrpSpPr>
          <p:cNvPr id="2010" name="Google Shape;2010;p26"/>
          <p:cNvGrpSpPr/>
          <p:nvPr/>
        </p:nvGrpSpPr>
        <p:grpSpPr>
          <a:xfrm>
            <a:off x="11307684" y="2786453"/>
            <a:ext cx="2311672" cy="597828"/>
            <a:chOff x="279488" y="3058414"/>
            <a:chExt cx="1733754" cy="448371"/>
          </a:xfrm>
        </p:grpSpPr>
        <p:sp>
          <p:nvSpPr>
            <p:cNvPr id="2011" name="Google Shape;2011;p2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2" name="Google Shape;2012;p2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3" name="Google Shape;2013;p2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4" name="Google Shape;2014;p2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5" name="Google Shape;2015;p2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6" name="Google Shape;2016;p2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7" name="Google Shape;2017;p2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8" name="Google Shape;2018;p2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19" name="Google Shape;2019;p26"/>
          <p:cNvGrpSpPr/>
          <p:nvPr/>
        </p:nvGrpSpPr>
        <p:grpSpPr>
          <a:xfrm flipH="1">
            <a:off x="10018990" y="84796"/>
            <a:ext cx="2012311" cy="520409"/>
            <a:chOff x="279488" y="3058414"/>
            <a:chExt cx="1733754" cy="448371"/>
          </a:xfrm>
        </p:grpSpPr>
        <p:sp>
          <p:nvSpPr>
            <p:cNvPr id="2020" name="Google Shape;2020;p26"/>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1" name="Google Shape;2021;p26"/>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2" name="Google Shape;2022;p26"/>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3" name="Google Shape;2023;p26"/>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4" name="Google Shape;2024;p26"/>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5" name="Google Shape;2025;p26"/>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6" name="Google Shape;2026;p26"/>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7" name="Google Shape;2027;p26"/>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28" name="Google Shape;2028;p26"/>
          <p:cNvGrpSpPr/>
          <p:nvPr/>
        </p:nvGrpSpPr>
        <p:grpSpPr>
          <a:xfrm>
            <a:off x="-338292" y="2713887"/>
            <a:ext cx="1189765" cy="501384"/>
            <a:chOff x="605081" y="4084003"/>
            <a:chExt cx="892324" cy="376038"/>
          </a:xfrm>
        </p:grpSpPr>
        <p:sp>
          <p:nvSpPr>
            <p:cNvPr id="2029" name="Google Shape;2029;p26"/>
            <p:cNvSpPr/>
            <p:nvPr/>
          </p:nvSpPr>
          <p:spPr>
            <a:xfrm>
              <a:off x="1343593" y="4131605"/>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26"/>
            <p:cNvSpPr/>
            <p:nvPr/>
          </p:nvSpPr>
          <p:spPr>
            <a:xfrm>
              <a:off x="882511" y="4084003"/>
              <a:ext cx="252032" cy="234817"/>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26"/>
            <p:cNvSpPr/>
            <p:nvPr/>
          </p:nvSpPr>
          <p:spPr>
            <a:xfrm>
              <a:off x="831714" y="4161801"/>
              <a:ext cx="85787" cy="80818"/>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2" name="Google Shape;2032;p26"/>
            <p:cNvSpPr/>
            <p:nvPr/>
          </p:nvSpPr>
          <p:spPr>
            <a:xfrm>
              <a:off x="605081" y="4149012"/>
              <a:ext cx="112784" cy="104797"/>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3" name="Google Shape;2033;p26"/>
            <p:cNvSpPr/>
            <p:nvPr/>
          </p:nvSpPr>
          <p:spPr>
            <a:xfrm>
              <a:off x="763693" y="4318830"/>
              <a:ext cx="153812" cy="141210"/>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334464592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2">
  <p:cSld name="Background 2">
    <p:spTree>
      <p:nvGrpSpPr>
        <p:cNvPr id="1" name="Shape 2034"/>
        <p:cNvGrpSpPr/>
        <p:nvPr/>
      </p:nvGrpSpPr>
      <p:grpSpPr>
        <a:xfrm>
          <a:off x="0" y="0"/>
          <a:ext cx="0" cy="0"/>
          <a:chOff x="0" y="0"/>
          <a:chExt cx="0" cy="0"/>
        </a:xfrm>
      </p:grpSpPr>
      <p:sp>
        <p:nvSpPr>
          <p:cNvPr id="2035" name="Google Shape;2035;p27"/>
          <p:cNvSpPr/>
          <p:nvPr/>
        </p:nvSpPr>
        <p:spPr>
          <a:xfrm>
            <a:off x="-1372473" y="5278491"/>
            <a:ext cx="14697433" cy="2810667"/>
          </a:xfrm>
          <a:custGeom>
            <a:avLst/>
            <a:gdLst/>
            <a:ahLst/>
            <a:cxnLst/>
            <a:rect l="l" t="t" r="r" b="b"/>
            <a:pathLst>
              <a:path w="440923" h="84320" extrusionOk="0">
                <a:moveTo>
                  <a:pt x="415223" y="11104"/>
                </a:moveTo>
                <a:cubicBezTo>
                  <a:pt x="407851" y="2966"/>
                  <a:pt x="390908" y="24280"/>
                  <a:pt x="371332" y="26815"/>
                </a:cubicBezTo>
                <a:cubicBezTo>
                  <a:pt x="351756" y="29351"/>
                  <a:pt x="336004" y="26234"/>
                  <a:pt x="297765" y="26317"/>
                </a:cubicBezTo>
                <a:cubicBezTo>
                  <a:pt x="259527" y="26400"/>
                  <a:pt x="179516" y="27605"/>
                  <a:pt x="141901" y="27314"/>
                </a:cubicBezTo>
                <a:cubicBezTo>
                  <a:pt x="104286" y="27023"/>
                  <a:pt x="88492" y="28353"/>
                  <a:pt x="72074" y="24571"/>
                </a:cubicBezTo>
                <a:cubicBezTo>
                  <a:pt x="55656" y="20789"/>
                  <a:pt x="52694" y="7546"/>
                  <a:pt x="43395" y="4620"/>
                </a:cubicBezTo>
                <a:cubicBezTo>
                  <a:pt x="34096" y="1694"/>
                  <a:pt x="20798" y="-5255"/>
                  <a:pt x="16279" y="7017"/>
                </a:cubicBezTo>
                <a:cubicBezTo>
                  <a:pt x="11760" y="19290"/>
                  <a:pt x="13358" y="65946"/>
                  <a:pt x="16279" y="78255"/>
                </a:cubicBezTo>
                <a:cubicBezTo>
                  <a:pt x="19200" y="90564"/>
                  <a:pt x="-32108" y="80216"/>
                  <a:pt x="33805" y="80870"/>
                </a:cubicBezTo>
                <a:cubicBezTo>
                  <a:pt x="99718" y="81524"/>
                  <a:pt x="348130" y="83049"/>
                  <a:pt x="411757" y="82177"/>
                </a:cubicBezTo>
                <a:cubicBezTo>
                  <a:pt x="475384" y="81306"/>
                  <a:pt x="414989" y="87487"/>
                  <a:pt x="415567" y="75641"/>
                </a:cubicBezTo>
                <a:cubicBezTo>
                  <a:pt x="416145" y="63796"/>
                  <a:pt x="422596" y="19242"/>
                  <a:pt x="415223" y="11104"/>
                </a:cubicBezTo>
                <a:close/>
              </a:path>
            </a:pathLst>
          </a:custGeom>
          <a:solidFill>
            <a:srgbClr val="A9874B">
              <a:alpha val="33930"/>
            </a:srgbClr>
          </a:solidFill>
          <a:ln>
            <a:noFill/>
          </a:ln>
        </p:spPr>
      </p:sp>
      <p:sp>
        <p:nvSpPr>
          <p:cNvPr id="2036" name="Google Shape;2036;p27"/>
          <p:cNvSpPr/>
          <p:nvPr/>
        </p:nvSpPr>
        <p:spPr>
          <a:xfrm>
            <a:off x="-1627955" y="5738807"/>
            <a:ext cx="14701867" cy="1715867"/>
          </a:xfrm>
          <a:custGeom>
            <a:avLst/>
            <a:gdLst/>
            <a:ahLst/>
            <a:cxnLst/>
            <a:rect l="l" t="t" r="r" b="b"/>
            <a:pathLst>
              <a:path w="441056" h="51476" extrusionOk="0">
                <a:moveTo>
                  <a:pt x="30917" y="1175"/>
                </a:moveTo>
                <a:cubicBezTo>
                  <a:pt x="41038" y="-4333"/>
                  <a:pt x="66868" y="11191"/>
                  <a:pt x="86278" y="13394"/>
                </a:cubicBezTo>
                <a:cubicBezTo>
                  <a:pt x="105688" y="15597"/>
                  <a:pt x="122815" y="14517"/>
                  <a:pt x="147379" y="14392"/>
                </a:cubicBezTo>
                <a:cubicBezTo>
                  <a:pt x="171943" y="14267"/>
                  <a:pt x="206315" y="12521"/>
                  <a:pt x="233663" y="12646"/>
                </a:cubicBezTo>
                <a:cubicBezTo>
                  <a:pt x="261012" y="12771"/>
                  <a:pt x="286075" y="15265"/>
                  <a:pt x="311470" y="15140"/>
                </a:cubicBezTo>
                <a:cubicBezTo>
                  <a:pt x="336865" y="15015"/>
                  <a:pt x="366916" y="13768"/>
                  <a:pt x="386035" y="11898"/>
                </a:cubicBezTo>
                <a:cubicBezTo>
                  <a:pt x="405154" y="10028"/>
                  <a:pt x="419718" y="-2068"/>
                  <a:pt x="426186" y="3918"/>
                </a:cubicBezTo>
                <a:cubicBezTo>
                  <a:pt x="432654" y="9904"/>
                  <a:pt x="427986" y="40270"/>
                  <a:pt x="424841" y="47815"/>
                </a:cubicBezTo>
                <a:cubicBezTo>
                  <a:pt x="421696" y="55361"/>
                  <a:pt x="473228" y="48847"/>
                  <a:pt x="407315" y="49191"/>
                </a:cubicBezTo>
                <a:cubicBezTo>
                  <a:pt x="341402" y="49535"/>
                  <a:pt x="92990" y="50338"/>
                  <a:pt x="29363" y="49879"/>
                </a:cubicBezTo>
                <a:cubicBezTo>
                  <a:pt x="-34264" y="49421"/>
                  <a:pt x="25294" y="54557"/>
                  <a:pt x="25553" y="46440"/>
                </a:cubicBezTo>
                <a:cubicBezTo>
                  <a:pt x="25812" y="38323"/>
                  <a:pt x="20796" y="6683"/>
                  <a:pt x="30917" y="1175"/>
                </a:cubicBezTo>
                <a:close/>
              </a:path>
            </a:pathLst>
          </a:custGeom>
          <a:solidFill>
            <a:schemeClr val="dk2"/>
          </a:solidFill>
          <a:ln>
            <a:noFill/>
          </a:ln>
        </p:spPr>
      </p:sp>
      <p:grpSp>
        <p:nvGrpSpPr>
          <p:cNvPr id="2037" name="Google Shape;2037;p27"/>
          <p:cNvGrpSpPr/>
          <p:nvPr/>
        </p:nvGrpSpPr>
        <p:grpSpPr>
          <a:xfrm>
            <a:off x="10836894" y="3"/>
            <a:ext cx="1374029" cy="597828"/>
            <a:chOff x="1688595" y="4276214"/>
            <a:chExt cx="1030522" cy="448371"/>
          </a:xfrm>
        </p:grpSpPr>
        <p:sp>
          <p:nvSpPr>
            <p:cNvPr id="2038" name="Google Shape;2038;p27"/>
            <p:cNvSpPr/>
            <p:nvPr/>
          </p:nvSpPr>
          <p:spPr>
            <a:xfrm>
              <a:off x="1848569" y="43863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27"/>
            <p:cNvSpPr/>
            <p:nvPr/>
          </p:nvSpPr>
          <p:spPr>
            <a:xfrm>
              <a:off x="1693834" y="43946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27"/>
            <p:cNvSpPr/>
            <p:nvPr/>
          </p:nvSpPr>
          <p:spPr>
            <a:xfrm>
              <a:off x="2337804" y="42762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27"/>
            <p:cNvSpPr/>
            <p:nvPr/>
          </p:nvSpPr>
          <p:spPr>
            <a:xfrm>
              <a:off x="1688595" y="43946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42" name="Google Shape;2042;p27"/>
          <p:cNvGrpSpPr/>
          <p:nvPr/>
        </p:nvGrpSpPr>
        <p:grpSpPr>
          <a:xfrm>
            <a:off x="-1030938" y="2681748"/>
            <a:ext cx="1799924" cy="1005080"/>
            <a:chOff x="6982871" y="539399"/>
            <a:chExt cx="1349943" cy="753810"/>
          </a:xfrm>
        </p:grpSpPr>
        <p:sp>
          <p:nvSpPr>
            <p:cNvPr id="2043" name="Google Shape;2043;p2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2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2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2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2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2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2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0" name="Google Shape;2050;p2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51" name="Google Shape;2051;p27"/>
          <p:cNvGrpSpPr/>
          <p:nvPr/>
        </p:nvGrpSpPr>
        <p:grpSpPr>
          <a:xfrm flipH="1">
            <a:off x="11456974" y="4101096"/>
            <a:ext cx="2012311" cy="520409"/>
            <a:chOff x="279488" y="3058414"/>
            <a:chExt cx="1733754" cy="448371"/>
          </a:xfrm>
        </p:grpSpPr>
        <p:sp>
          <p:nvSpPr>
            <p:cNvPr id="2052" name="Google Shape;2052;p27"/>
            <p:cNvSpPr/>
            <p:nvPr/>
          </p:nvSpPr>
          <p:spPr>
            <a:xfrm>
              <a:off x="1142694" y="3168556"/>
              <a:ext cx="63454" cy="58215"/>
            </a:xfrm>
            <a:custGeom>
              <a:avLst/>
              <a:gdLst/>
              <a:ahLst/>
              <a:cxnLst/>
              <a:rect l="l" t="t" r="r" b="b"/>
              <a:pathLst>
                <a:path w="545" h="500" extrusionOk="0">
                  <a:moveTo>
                    <a:pt x="268" y="0"/>
                  </a:moveTo>
                  <a:cubicBezTo>
                    <a:pt x="125" y="0"/>
                    <a:pt x="0" y="107"/>
                    <a:pt x="0" y="250"/>
                  </a:cubicBezTo>
                  <a:cubicBezTo>
                    <a:pt x="0" y="384"/>
                    <a:pt x="125" y="500"/>
                    <a:pt x="268" y="500"/>
                  </a:cubicBezTo>
                  <a:cubicBezTo>
                    <a:pt x="420" y="500"/>
                    <a:pt x="545" y="384"/>
                    <a:pt x="545" y="250"/>
                  </a:cubicBezTo>
                  <a:cubicBezTo>
                    <a:pt x="545" y="107"/>
                    <a:pt x="420" y="0"/>
                    <a:pt x="268"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27"/>
            <p:cNvSpPr/>
            <p:nvPr/>
          </p:nvSpPr>
          <p:spPr>
            <a:xfrm>
              <a:off x="763601" y="3323290"/>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27"/>
            <p:cNvSpPr/>
            <p:nvPr/>
          </p:nvSpPr>
          <p:spPr>
            <a:xfrm>
              <a:off x="461351" y="3292087"/>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27"/>
            <p:cNvSpPr/>
            <p:nvPr/>
          </p:nvSpPr>
          <p:spPr>
            <a:xfrm>
              <a:off x="987959" y="3176823"/>
              <a:ext cx="1025283" cy="329963"/>
            </a:xfrm>
            <a:custGeom>
              <a:avLst/>
              <a:gdLst/>
              <a:ahLst/>
              <a:cxnLst/>
              <a:rect l="l" t="t" r="r" b="b"/>
              <a:pathLst>
                <a:path w="8806" h="2834" extrusionOk="0">
                  <a:moveTo>
                    <a:pt x="4255" y="1"/>
                  </a:moveTo>
                  <a:cubicBezTo>
                    <a:pt x="3684" y="1"/>
                    <a:pt x="3185" y="242"/>
                    <a:pt x="2855" y="625"/>
                  </a:cubicBezTo>
                  <a:cubicBezTo>
                    <a:pt x="2810" y="616"/>
                    <a:pt x="2766" y="616"/>
                    <a:pt x="2721" y="616"/>
                  </a:cubicBezTo>
                  <a:cubicBezTo>
                    <a:pt x="2293" y="616"/>
                    <a:pt x="1918" y="839"/>
                    <a:pt x="1731" y="1169"/>
                  </a:cubicBezTo>
                  <a:cubicBezTo>
                    <a:pt x="1561" y="928"/>
                    <a:pt x="1276" y="777"/>
                    <a:pt x="946" y="777"/>
                  </a:cubicBezTo>
                  <a:cubicBezTo>
                    <a:pt x="428" y="777"/>
                    <a:pt x="0" y="1169"/>
                    <a:pt x="0" y="1651"/>
                  </a:cubicBezTo>
                  <a:cubicBezTo>
                    <a:pt x="0" y="2142"/>
                    <a:pt x="428" y="2534"/>
                    <a:pt x="946" y="2534"/>
                  </a:cubicBezTo>
                  <a:cubicBezTo>
                    <a:pt x="1062" y="2534"/>
                    <a:pt x="1169" y="2507"/>
                    <a:pt x="1267" y="2481"/>
                  </a:cubicBezTo>
                  <a:cubicBezTo>
                    <a:pt x="1320" y="2668"/>
                    <a:pt x="1499" y="2802"/>
                    <a:pt x="1722" y="2802"/>
                  </a:cubicBezTo>
                  <a:cubicBezTo>
                    <a:pt x="1909" y="2802"/>
                    <a:pt x="2079" y="2695"/>
                    <a:pt x="2150" y="2543"/>
                  </a:cubicBezTo>
                  <a:cubicBezTo>
                    <a:pt x="2320" y="2641"/>
                    <a:pt x="2507" y="2695"/>
                    <a:pt x="2721" y="2695"/>
                  </a:cubicBezTo>
                  <a:cubicBezTo>
                    <a:pt x="2766" y="2695"/>
                    <a:pt x="2810" y="2686"/>
                    <a:pt x="2855" y="2686"/>
                  </a:cubicBezTo>
                  <a:cubicBezTo>
                    <a:pt x="2943" y="2789"/>
                    <a:pt x="3354" y="2833"/>
                    <a:pt x="3911" y="2833"/>
                  </a:cubicBezTo>
                  <a:cubicBezTo>
                    <a:pt x="5430" y="2833"/>
                    <a:pt x="8042" y="2502"/>
                    <a:pt x="8199" y="2124"/>
                  </a:cubicBezTo>
                  <a:cubicBezTo>
                    <a:pt x="8225" y="2133"/>
                    <a:pt x="8261" y="2133"/>
                    <a:pt x="8288" y="2133"/>
                  </a:cubicBezTo>
                  <a:cubicBezTo>
                    <a:pt x="8573" y="2133"/>
                    <a:pt x="8805" y="1919"/>
                    <a:pt x="8805" y="1651"/>
                  </a:cubicBezTo>
                  <a:cubicBezTo>
                    <a:pt x="8805" y="1392"/>
                    <a:pt x="8573" y="1169"/>
                    <a:pt x="8288" y="1169"/>
                  </a:cubicBezTo>
                  <a:cubicBezTo>
                    <a:pt x="8261" y="1169"/>
                    <a:pt x="8225" y="1178"/>
                    <a:pt x="8199" y="1178"/>
                  </a:cubicBezTo>
                  <a:cubicBezTo>
                    <a:pt x="7984" y="661"/>
                    <a:pt x="7449" y="295"/>
                    <a:pt x="6825" y="295"/>
                  </a:cubicBezTo>
                  <a:cubicBezTo>
                    <a:pt x="6396" y="295"/>
                    <a:pt x="6013" y="465"/>
                    <a:pt x="5745" y="732"/>
                  </a:cubicBezTo>
                  <a:cubicBezTo>
                    <a:pt x="5424" y="286"/>
                    <a:pt x="4871" y="1"/>
                    <a:pt x="4255"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27"/>
            <p:cNvSpPr/>
            <p:nvPr/>
          </p:nvSpPr>
          <p:spPr>
            <a:xfrm>
              <a:off x="1631929" y="3058414"/>
              <a:ext cx="118526" cy="110259"/>
            </a:xfrm>
            <a:custGeom>
              <a:avLst/>
              <a:gdLst/>
              <a:ahLst/>
              <a:cxnLst/>
              <a:rect l="l" t="t" r="r" b="b"/>
              <a:pathLst>
                <a:path w="1018" h="947" extrusionOk="0">
                  <a:moveTo>
                    <a:pt x="509" y="1"/>
                  </a:moveTo>
                  <a:cubicBezTo>
                    <a:pt x="232" y="1"/>
                    <a:pt x="0" y="215"/>
                    <a:pt x="0" y="473"/>
                  </a:cubicBezTo>
                  <a:cubicBezTo>
                    <a:pt x="0" y="732"/>
                    <a:pt x="232" y="946"/>
                    <a:pt x="509" y="946"/>
                  </a:cubicBezTo>
                  <a:cubicBezTo>
                    <a:pt x="794" y="946"/>
                    <a:pt x="1017" y="732"/>
                    <a:pt x="1017" y="473"/>
                  </a:cubicBezTo>
                  <a:cubicBezTo>
                    <a:pt x="1017" y="215"/>
                    <a:pt x="794" y="1"/>
                    <a:pt x="509"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27"/>
            <p:cNvSpPr/>
            <p:nvPr/>
          </p:nvSpPr>
          <p:spPr>
            <a:xfrm>
              <a:off x="428052" y="334308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27"/>
            <p:cNvSpPr/>
            <p:nvPr/>
          </p:nvSpPr>
          <p:spPr>
            <a:xfrm>
              <a:off x="279488" y="3334700"/>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27"/>
            <p:cNvSpPr/>
            <p:nvPr/>
          </p:nvSpPr>
          <p:spPr>
            <a:xfrm>
              <a:off x="982720" y="3176823"/>
              <a:ext cx="609860" cy="256728"/>
            </a:xfrm>
            <a:custGeom>
              <a:avLst/>
              <a:gdLst/>
              <a:ahLst/>
              <a:cxnLst/>
              <a:rect l="l" t="t" r="r" b="b"/>
              <a:pathLst>
                <a:path w="5238" h="2205" extrusionOk="0">
                  <a:moveTo>
                    <a:pt x="4300" y="1"/>
                  </a:moveTo>
                  <a:cubicBezTo>
                    <a:pt x="3729" y="1"/>
                    <a:pt x="3230" y="242"/>
                    <a:pt x="2900" y="625"/>
                  </a:cubicBezTo>
                  <a:cubicBezTo>
                    <a:pt x="2855" y="616"/>
                    <a:pt x="2811" y="616"/>
                    <a:pt x="2766" y="616"/>
                  </a:cubicBezTo>
                  <a:cubicBezTo>
                    <a:pt x="2338" y="616"/>
                    <a:pt x="1963" y="839"/>
                    <a:pt x="1776" y="1169"/>
                  </a:cubicBezTo>
                  <a:cubicBezTo>
                    <a:pt x="1606" y="928"/>
                    <a:pt x="1321" y="777"/>
                    <a:pt x="991" y="777"/>
                  </a:cubicBezTo>
                  <a:cubicBezTo>
                    <a:pt x="473" y="777"/>
                    <a:pt x="45" y="1169"/>
                    <a:pt x="45" y="1651"/>
                  </a:cubicBezTo>
                  <a:cubicBezTo>
                    <a:pt x="45" y="1856"/>
                    <a:pt x="125" y="2052"/>
                    <a:pt x="250" y="2204"/>
                  </a:cubicBezTo>
                  <a:cubicBezTo>
                    <a:pt x="1" y="1844"/>
                    <a:pt x="360" y="1230"/>
                    <a:pt x="1031" y="1230"/>
                  </a:cubicBezTo>
                  <a:cubicBezTo>
                    <a:pt x="1223" y="1230"/>
                    <a:pt x="1441" y="1280"/>
                    <a:pt x="1678" y="1401"/>
                  </a:cubicBezTo>
                  <a:cubicBezTo>
                    <a:pt x="1957" y="1170"/>
                    <a:pt x="2246" y="1084"/>
                    <a:pt x="2451" y="1084"/>
                  </a:cubicBezTo>
                  <a:cubicBezTo>
                    <a:pt x="2515" y="1084"/>
                    <a:pt x="2570" y="1092"/>
                    <a:pt x="2614" y="1107"/>
                  </a:cubicBezTo>
                  <a:cubicBezTo>
                    <a:pt x="2614" y="1107"/>
                    <a:pt x="2409" y="1526"/>
                    <a:pt x="2534" y="1919"/>
                  </a:cubicBezTo>
                  <a:cubicBezTo>
                    <a:pt x="2605" y="1446"/>
                    <a:pt x="3308" y="168"/>
                    <a:pt x="4661" y="168"/>
                  </a:cubicBezTo>
                  <a:cubicBezTo>
                    <a:pt x="4842" y="168"/>
                    <a:pt x="5034" y="191"/>
                    <a:pt x="5237" y="242"/>
                  </a:cubicBezTo>
                  <a:cubicBezTo>
                    <a:pt x="4961" y="90"/>
                    <a:pt x="4648" y="1"/>
                    <a:pt x="4300"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60" name="Google Shape;2060;p27"/>
          <p:cNvGrpSpPr/>
          <p:nvPr/>
        </p:nvGrpSpPr>
        <p:grpSpPr>
          <a:xfrm>
            <a:off x="3046189" y="-641766"/>
            <a:ext cx="2774945" cy="1308615"/>
            <a:chOff x="6734221" y="539399"/>
            <a:chExt cx="1598594" cy="753810"/>
          </a:xfrm>
        </p:grpSpPr>
        <p:sp>
          <p:nvSpPr>
            <p:cNvPr id="2061" name="Google Shape;2061;p27"/>
            <p:cNvSpPr/>
            <p:nvPr/>
          </p:nvSpPr>
          <p:spPr>
            <a:xfrm>
              <a:off x="7843865" y="724288"/>
              <a:ext cx="52044" cy="47853"/>
            </a:xfrm>
            <a:custGeom>
              <a:avLst/>
              <a:gdLst/>
              <a:ahLst/>
              <a:cxnLst/>
              <a:rect l="l" t="t" r="r" b="b"/>
              <a:pathLst>
                <a:path w="447" h="411" extrusionOk="0">
                  <a:moveTo>
                    <a:pt x="224" y="1"/>
                  </a:moveTo>
                  <a:cubicBezTo>
                    <a:pt x="99" y="1"/>
                    <a:pt x="1" y="90"/>
                    <a:pt x="1" y="206"/>
                  </a:cubicBezTo>
                  <a:cubicBezTo>
                    <a:pt x="1" y="322"/>
                    <a:pt x="99" y="411"/>
                    <a:pt x="224" y="411"/>
                  </a:cubicBezTo>
                  <a:cubicBezTo>
                    <a:pt x="348" y="411"/>
                    <a:pt x="447" y="322"/>
                    <a:pt x="447" y="206"/>
                  </a:cubicBezTo>
                  <a:cubicBezTo>
                    <a:pt x="447" y="90"/>
                    <a:pt x="348"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27"/>
            <p:cNvSpPr/>
            <p:nvPr/>
          </p:nvSpPr>
          <p:spPr>
            <a:xfrm>
              <a:off x="6982871" y="539399"/>
              <a:ext cx="1134261" cy="728270"/>
            </a:xfrm>
            <a:custGeom>
              <a:avLst/>
              <a:gdLst/>
              <a:ahLst/>
              <a:cxnLst/>
              <a:rect l="l" t="t" r="r" b="b"/>
              <a:pathLst>
                <a:path w="9742" h="6255"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23" y="6174"/>
                    <a:pt x="375" y="6254"/>
                    <a:pt x="553" y="6254"/>
                  </a:cubicBezTo>
                  <a:cubicBezTo>
                    <a:pt x="732" y="6254"/>
                    <a:pt x="892" y="6174"/>
                    <a:pt x="990" y="6049"/>
                  </a:cubicBezTo>
                  <a:cubicBezTo>
                    <a:pt x="1124" y="6174"/>
                    <a:pt x="1311" y="6254"/>
                    <a:pt x="1525" y="6254"/>
                  </a:cubicBezTo>
                  <a:cubicBezTo>
                    <a:pt x="1829" y="6254"/>
                    <a:pt x="2088" y="6094"/>
                    <a:pt x="2203" y="5853"/>
                  </a:cubicBezTo>
                  <a:cubicBezTo>
                    <a:pt x="2364" y="6049"/>
                    <a:pt x="2614" y="6174"/>
                    <a:pt x="2899" y="6174"/>
                  </a:cubicBezTo>
                  <a:cubicBezTo>
                    <a:pt x="3113" y="6174"/>
                    <a:pt x="3310" y="6103"/>
                    <a:pt x="3461" y="5978"/>
                  </a:cubicBezTo>
                  <a:cubicBezTo>
                    <a:pt x="3720" y="6120"/>
                    <a:pt x="4014" y="6192"/>
                    <a:pt x="4327" y="6192"/>
                  </a:cubicBezTo>
                  <a:cubicBezTo>
                    <a:pt x="4773" y="6192"/>
                    <a:pt x="5174" y="6040"/>
                    <a:pt x="5478" y="5781"/>
                  </a:cubicBezTo>
                  <a:cubicBezTo>
                    <a:pt x="5567" y="6058"/>
                    <a:pt x="5843" y="6254"/>
                    <a:pt x="6164" y="6254"/>
                  </a:cubicBezTo>
                  <a:cubicBezTo>
                    <a:pt x="6530" y="6254"/>
                    <a:pt x="6842" y="5996"/>
                    <a:pt x="6878" y="5657"/>
                  </a:cubicBezTo>
                  <a:cubicBezTo>
                    <a:pt x="7083" y="5853"/>
                    <a:pt x="7369" y="5978"/>
                    <a:pt x="7690" y="5978"/>
                  </a:cubicBezTo>
                  <a:cubicBezTo>
                    <a:pt x="7770" y="5978"/>
                    <a:pt x="7851" y="5969"/>
                    <a:pt x="7931" y="5951"/>
                  </a:cubicBezTo>
                  <a:cubicBezTo>
                    <a:pt x="8065" y="6129"/>
                    <a:pt x="8279" y="6254"/>
                    <a:pt x="8537" y="6254"/>
                  </a:cubicBezTo>
                  <a:cubicBezTo>
                    <a:pt x="8618" y="6254"/>
                    <a:pt x="8707" y="6236"/>
                    <a:pt x="8778" y="6210"/>
                  </a:cubicBezTo>
                  <a:cubicBezTo>
                    <a:pt x="8859" y="6236"/>
                    <a:pt x="8939" y="6254"/>
                    <a:pt x="9028" y="6254"/>
                  </a:cubicBezTo>
                  <a:cubicBezTo>
                    <a:pt x="9421" y="6254"/>
                    <a:pt x="9742" y="5951"/>
                    <a:pt x="9742" y="5585"/>
                  </a:cubicBezTo>
                  <a:cubicBezTo>
                    <a:pt x="9742" y="5228"/>
                    <a:pt x="9412" y="4925"/>
                    <a:pt x="9028" y="4925"/>
                  </a:cubicBezTo>
                  <a:cubicBezTo>
                    <a:pt x="8948" y="4925"/>
                    <a:pt x="8885" y="4934"/>
                    <a:pt x="8814" y="4952"/>
                  </a:cubicBezTo>
                  <a:cubicBezTo>
                    <a:pt x="8814" y="4943"/>
                    <a:pt x="8814" y="4934"/>
                    <a:pt x="8814" y="4925"/>
                  </a:cubicBezTo>
                  <a:cubicBezTo>
                    <a:pt x="8814" y="4533"/>
                    <a:pt x="8582" y="4194"/>
                    <a:pt x="8234" y="4015"/>
                  </a:cubicBezTo>
                  <a:cubicBezTo>
                    <a:pt x="8484" y="3792"/>
                    <a:pt x="8627" y="3462"/>
                    <a:pt x="8582" y="3114"/>
                  </a:cubicBezTo>
                  <a:cubicBezTo>
                    <a:pt x="8520" y="2704"/>
                    <a:pt x="8207" y="2356"/>
                    <a:pt x="7779" y="2249"/>
                  </a:cubicBezTo>
                  <a:cubicBezTo>
                    <a:pt x="7672" y="2219"/>
                    <a:pt x="7565" y="2205"/>
                    <a:pt x="7460" y="2205"/>
                  </a:cubicBezTo>
                  <a:cubicBezTo>
                    <a:pt x="7348" y="2205"/>
                    <a:pt x="7239" y="2221"/>
                    <a:pt x="7137" y="2249"/>
                  </a:cubicBezTo>
                  <a:cubicBezTo>
                    <a:pt x="7137" y="2231"/>
                    <a:pt x="7137" y="2213"/>
                    <a:pt x="7137" y="2204"/>
                  </a:cubicBezTo>
                  <a:cubicBezTo>
                    <a:pt x="7137" y="1687"/>
                    <a:pt x="6949" y="1214"/>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27"/>
            <p:cNvSpPr/>
            <p:nvPr/>
          </p:nvSpPr>
          <p:spPr>
            <a:xfrm>
              <a:off x="7843865" y="724288"/>
              <a:ext cx="49948" cy="46921"/>
            </a:xfrm>
            <a:custGeom>
              <a:avLst/>
              <a:gdLst/>
              <a:ahLst/>
              <a:cxnLst/>
              <a:rect l="l" t="t" r="r" b="b"/>
              <a:pathLst>
                <a:path w="429" h="403" extrusionOk="0">
                  <a:moveTo>
                    <a:pt x="224" y="1"/>
                  </a:moveTo>
                  <a:cubicBezTo>
                    <a:pt x="99" y="1"/>
                    <a:pt x="1" y="90"/>
                    <a:pt x="1" y="206"/>
                  </a:cubicBezTo>
                  <a:cubicBezTo>
                    <a:pt x="1" y="295"/>
                    <a:pt x="63" y="375"/>
                    <a:pt x="152" y="402"/>
                  </a:cubicBezTo>
                  <a:cubicBezTo>
                    <a:pt x="117" y="366"/>
                    <a:pt x="99" y="322"/>
                    <a:pt x="99" y="268"/>
                  </a:cubicBezTo>
                  <a:cubicBezTo>
                    <a:pt x="99" y="233"/>
                    <a:pt x="108" y="206"/>
                    <a:pt x="125" y="170"/>
                  </a:cubicBezTo>
                  <a:cubicBezTo>
                    <a:pt x="117" y="161"/>
                    <a:pt x="108" y="152"/>
                    <a:pt x="108" y="134"/>
                  </a:cubicBezTo>
                  <a:cubicBezTo>
                    <a:pt x="108" y="99"/>
                    <a:pt x="143" y="63"/>
                    <a:pt x="188" y="63"/>
                  </a:cubicBezTo>
                  <a:cubicBezTo>
                    <a:pt x="215" y="63"/>
                    <a:pt x="232" y="72"/>
                    <a:pt x="250" y="90"/>
                  </a:cubicBezTo>
                  <a:lnTo>
                    <a:pt x="295" y="90"/>
                  </a:lnTo>
                  <a:cubicBezTo>
                    <a:pt x="348" y="90"/>
                    <a:pt x="393" y="108"/>
                    <a:pt x="429" y="143"/>
                  </a:cubicBezTo>
                  <a:cubicBezTo>
                    <a:pt x="402" y="63"/>
                    <a:pt x="322" y="1"/>
                    <a:pt x="22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27"/>
            <p:cNvSpPr/>
            <p:nvPr/>
          </p:nvSpPr>
          <p:spPr>
            <a:xfrm>
              <a:off x="6982871" y="539399"/>
              <a:ext cx="771814" cy="705449"/>
            </a:xfrm>
            <a:custGeom>
              <a:avLst/>
              <a:gdLst/>
              <a:ahLst/>
              <a:cxnLst/>
              <a:rect l="l" t="t" r="r" b="b"/>
              <a:pathLst>
                <a:path w="6629" h="6059" extrusionOk="0">
                  <a:moveTo>
                    <a:pt x="4764" y="1"/>
                  </a:moveTo>
                  <a:cubicBezTo>
                    <a:pt x="4237" y="1"/>
                    <a:pt x="3756" y="161"/>
                    <a:pt x="3363" y="429"/>
                  </a:cubicBezTo>
                  <a:cubicBezTo>
                    <a:pt x="3149" y="233"/>
                    <a:pt x="2864" y="108"/>
                    <a:pt x="2542" y="108"/>
                  </a:cubicBezTo>
                  <a:cubicBezTo>
                    <a:pt x="1918" y="108"/>
                    <a:pt x="1410" y="572"/>
                    <a:pt x="1410" y="1151"/>
                  </a:cubicBezTo>
                  <a:cubicBezTo>
                    <a:pt x="1410" y="1687"/>
                    <a:pt x="1838" y="2124"/>
                    <a:pt x="2391" y="2195"/>
                  </a:cubicBezTo>
                  <a:cubicBezTo>
                    <a:pt x="2391" y="2195"/>
                    <a:pt x="2391" y="2195"/>
                    <a:pt x="2391" y="2204"/>
                  </a:cubicBezTo>
                  <a:cubicBezTo>
                    <a:pt x="2391" y="2463"/>
                    <a:pt x="2444" y="2722"/>
                    <a:pt x="2534" y="2954"/>
                  </a:cubicBezTo>
                  <a:cubicBezTo>
                    <a:pt x="2141" y="2954"/>
                    <a:pt x="1820" y="3257"/>
                    <a:pt x="1820" y="3623"/>
                  </a:cubicBezTo>
                  <a:cubicBezTo>
                    <a:pt x="1820" y="3819"/>
                    <a:pt x="1909" y="3997"/>
                    <a:pt x="2052" y="4122"/>
                  </a:cubicBezTo>
                  <a:cubicBezTo>
                    <a:pt x="1740" y="4238"/>
                    <a:pt x="1525" y="4524"/>
                    <a:pt x="1525" y="4854"/>
                  </a:cubicBezTo>
                  <a:cubicBezTo>
                    <a:pt x="1204" y="4854"/>
                    <a:pt x="928" y="5041"/>
                    <a:pt x="821" y="5309"/>
                  </a:cubicBezTo>
                  <a:cubicBezTo>
                    <a:pt x="740" y="5264"/>
                    <a:pt x="651" y="5237"/>
                    <a:pt x="553" y="5237"/>
                  </a:cubicBezTo>
                  <a:cubicBezTo>
                    <a:pt x="250" y="5237"/>
                    <a:pt x="0" y="5469"/>
                    <a:pt x="0" y="5746"/>
                  </a:cubicBezTo>
                  <a:cubicBezTo>
                    <a:pt x="0" y="5862"/>
                    <a:pt x="54" y="5969"/>
                    <a:pt x="125" y="6058"/>
                  </a:cubicBezTo>
                  <a:cubicBezTo>
                    <a:pt x="294" y="5835"/>
                    <a:pt x="598" y="5674"/>
                    <a:pt x="874" y="5674"/>
                  </a:cubicBezTo>
                  <a:lnTo>
                    <a:pt x="928" y="5674"/>
                  </a:lnTo>
                  <a:cubicBezTo>
                    <a:pt x="955" y="5678"/>
                    <a:pt x="983" y="5680"/>
                    <a:pt x="1010" y="5680"/>
                  </a:cubicBezTo>
                  <a:cubicBezTo>
                    <a:pt x="1124" y="5680"/>
                    <a:pt x="1232" y="5648"/>
                    <a:pt x="1311" y="5576"/>
                  </a:cubicBezTo>
                  <a:cubicBezTo>
                    <a:pt x="1552" y="5389"/>
                    <a:pt x="1856" y="5264"/>
                    <a:pt x="2132" y="5264"/>
                  </a:cubicBezTo>
                  <a:cubicBezTo>
                    <a:pt x="2293" y="4916"/>
                    <a:pt x="2667" y="4613"/>
                    <a:pt x="3069" y="4479"/>
                  </a:cubicBezTo>
                  <a:cubicBezTo>
                    <a:pt x="2962" y="4354"/>
                    <a:pt x="2953" y="4167"/>
                    <a:pt x="3042" y="3962"/>
                  </a:cubicBezTo>
                  <a:cubicBezTo>
                    <a:pt x="3220" y="3569"/>
                    <a:pt x="3720" y="3248"/>
                    <a:pt x="4157" y="3239"/>
                  </a:cubicBezTo>
                  <a:cubicBezTo>
                    <a:pt x="3363" y="2168"/>
                    <a:pt x="4006" y="340"/>
                    <a:pt x="5531" y="340"/>
                  </a:cubicBezTo>
                  <a:cubicBezTo>
                    <a:pt x="6075" y="340"/>
                    <a:pt x="6619" y="830"/>
                    <a:pt x="6628" y="839"/>
                  </a:cubicBezTo>
                  <a:cubicBezTo>
                    <a:pt x="6191" y="331"/>
                    <a:pt x="5522" y="1"/>
                    <a:pt x="476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5" name="Google Shape;2065;p27"/>
            <p:cNvSpPr/>
            <p:nvPr/>
          </p:nvSpPr>
          <p:spPr>
            <a:xfrm>
              <a:off x="6734221" y="1137313"/>
              <a:ext cx="110143" cy="102924"/>
            </a:xfrm>
            <a:custGeom>
              <a:avLst/>
              <a:gdLst/>
              <a:ahLst/>
              <a:cxnLst/>
              <a:rect l="l" t="t" r="r" b="b"/>
              <a:pathLst>
                <a:path w="946" h="884" extrusionOk="0">
                  <a:moveTo>
                    <a:pt x="473" y="0"/>
                  </a:moveTo>
                  <a:cubicBezTo>
                    <a:pt x="214" y="0"/>
                    <a:pt x="0" y="196"/>
                    <a:pt x="0" y="446"/>
                  </a:cubicBezTo>
                  <a:cubicBezTo>
                    <a:pt x="0" y="687"/>
                    <a:pt x="214" y="883"/>
                    <a:pt x="473" y="883"/>
                  </a:cubicBezTo>
                  <a:cubicBezTo>
                    <a:pt x="732" y="883"/>
                    <a:pt x="946" y="687"/>
                    <a:pt x="946" y="446"/>
                  </a:cubicBezTo>
                  <a:cubicBezTo>
                    <a:pt x="946" y="196"/>
                    <a:pt x="732" y="0"/>
                    <a:pt x="473"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6" name="Google Shape;2066;p27"/>
            <p:cNvSpPr/>
            <p:nvPr/>
          </p:nvSpPr>
          <p:spPr>
            <a:xfrm>
              <a:off x="6982876" y="857253"/>
              <a:ext cx="100828" cy="92562"/>
            </a:xfrm>
            <a:custGeom>
              <a:avLst/>
              <a:gdLst/>
              <a:ahLst/>
              <a:cxnLst/>
              <a:rect l="l" t="t" r="r" b="b"/>
              <a:pathLst>
                <a:path w="866" h="795" extrusionOk="0">
                  <a:moveTo>
                    <a:pt x="428" y="1"/>
                  </a:moveTo>
                  <a:cubicBezTo>
                    <a:pt x="196" y="1"/>
                    <a:pt x="0" y="179"/>
                    <a:pt x="0" y="393"/>
                  </a:cubicBezTo>
                  <a:cubicBezTo>
                    <a:pt x="0" y="616"/>
                    <a:pt x="196" y="794"/>
                    <a:pt x="428" y="794"/>
                  </a:cubicBezTo>
                  <a:cubicBezTo>
                    <a:pt x="669" y="794"/>
                    <a:pt x="865" y="616"/>
                    <a:pt x="865" y="393"/>
                  </a:cubicBezTo>
                  <a:cubicBezTo>
                    <a:pt x="865" y="179"/>
                    <a:pt x="669" y="1"/>
                    <a:pt x="428"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7" name="Google Shape;2067;p27"/>
            <p:cNvSpPr/>
            <p:nvPr/>
          </p:nvSpPr>
          <p:spPr>
            <a:xfrm>
              <a:off x="8167601" y="983412"/>
              <a:ext cx="165214" cy="153920"/>
            </a:xfrm>
            <a:custGeom>
              <a:avLst/>
              <a:gdLst/>
              <a:ahLst/>
              <a:cxnLst/>
              <a:rect l="l" t="t" r="r" b="b"/>
              <a:pathLst>
                <a:path w="1419" h="1322" extrusionOk="0">
                  <a:moveTo>
                    <a:pt x="714" y="1"/>
                  </a:moveTo>
                  <a:cubicBezTo>
                    <a:pt x="321" y="1"/>
                    <a:pt x="0" y="295"/>
                    <a:pt x="0" y="661"/>
                  </a:cubicBezTo>
                  <a:cubicBezTo>
                    <a:pt x="0" y="1027"/>
                    <a:pt x="321" y="1321"/>
                    <a:pt x="714" y="1321"/>
                  </a:cubicBezTo>
                  <a:cubicBezTo>
                    <a:pt x="1106" y="1321"/>
                    <a:pt x="1419" y="1027"/>
                    <a:pt x="1419" y="661"/>
                  </a:cubicBezTo>
                  <a:cubicBezTo>
                    <a:pt x="1419" y="295"/>
                    <a:pt x="1106" y="1"/>
                    <a:pt x="714"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8" name="Google Shape;2068;p27"/>
            <p:cNvSpPr/>
            <p:nvPr/>
          </p:nvSpPr>
          <p:spPr>
            <a:xfrm>
              <a:off x="8167602" y="1240233"/>
              <a:ext cx="56236" cy="52976"/>
            </a:xfrm>
            <a:custGeom>
              <a:avLst/>
              <a:gdLst/>
              <a:ahLst/>
              <a:cxnLst/>
              <a:rect l="l" t="t" r="r" b="b"/>
              <a:pathLst>
                <a:path w="483" h="455" extrusionOk="0">
                  <a:moveTo>
                    <a:pt x="242" y="0"/>
                  </a:moveTo>
                  <a:cubicBezTo>
                    <a:pt x="108" y="0"/>
                    <a:pt x="1" y="98"/>
                    <a:pt x="1" y="223"/>
                  </a:cubicBezTo>
                  <a:cubicBezTo>
                    <a:pt x="1" y="348"/>
                    <a:pt x="108" y="455"/>
                    <a:pt x="242" y="455"/>
                  </a:cubicBezTo>
                  <a:cubicBezTo>
                    <a:pt x="375" y="455"/>
                    <a:pt x="482" y="348"/>
                    <a:pt x="482" y="223"/>
                  </a:cubicBezTo>
                  <a:cubicBezTo>
                    <a:pt x="482" y="98"/>
                    <a:pt x="375" y="0"/>
                    <a:pt x="242" y="0"/>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9" name="Google Shape;2069;p27"/>
            <p:cNvSpPr/>
            <p:nvPr/>
          </p:nvSpPr>
          <p:spPr>
            <a:xfrm>
              <a:off x="8006463" y="938275"/>
              <a:ext cx="73933" cy="68694"/>
            </a:xfrm>
            <a:custGeom>
              <a:avLst/>
              <a:gdLst/>
              <a:ahLst/>
              <a:cxnLst/>
              <a:rect l="l" t="t" r="r" b="b"/>
              <a:pathLst>
                <a:path w="635" h="590" extrusionOk="0">
                  <a:moveTo>
                    <a:pt x="313" y="1"/>
                  </a:moveTo>
                  <a:cubicBezTo>
                    <a:pt x="144" y="1"/>
                    <a:pt x="1" y="134"/>
                    <a:pt x="1" y="295"/>
                  </a:cubicBezTo>
                  <a:cubicBezTo>
                    <a:pt x="1" y="465"/>
                    <a:pt x="144" y="589"/>
                    <a:pt x="313" y="589"/>
                  </a:cubicBezTo>
                  <a:cubicBezTo>
                    <a:pt x="492" y="589"/>
                    <a:pt x="634" y="465"/>
                    <a:pt x="634" y="295"/>
                  </a:cubicBezTo>
                  <a:cubicBezTo>
                    <a:pt x="634" y="134"/>
                    <a:pt x="492" y="1"/>
                    <a:pt x="313" y="1"/>
                  </a:cubicBezTo>
                  <a:close/>
                </a:path>
              </a:pathLst>
            </a:custGeom>
            <a:solidFill>
              <a:srgbClr val="FFFFFF">
                <a:alpha val="391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0" name="Google Shape;2070;p27"/>
          <p:cNvGrpSpPr/>
          <p:nvPr/>
        </p:nvGrpSpPr>
        <p:grpSpPr>
          <a:xfrm>
            <a:off x="164551" y="5440095"/>
            <a:ext cx="339844" cy="720235"/>
            <a:chOff x="393673" y="1948281"/>
            <a:chExt cx="227128" cy="481355"/>
          </a:xfrm>
        </p:grpSpPr>
        <p:sp>
          <p:nvSpPr>
            <p:cNvPr id="2071" name="Google Shape;2071;p27"/>
            <p:cNvSpPr/>
            <p:nvPr/>
          </p:nvSpPr>
          <p:spPr>
            <a:xfrm>
              <a:off x="494515"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2" name="Google Shape;2072;p27"/>
            <p:cNvSpPr/>
            <p:nvPr/>
          </p:nvSpPr>
          <p:spPr>
            <a:xfrm>
              <a:off x="393673"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3" name="Google Shape;2073;p27"/>
          <p:cNvGrpSpPr/>
          <p:nvPr/>
        </p:nvGrpSpPr>
        <p:grpSpPr>
          <a:xfrm>
            <a:off x="11456954" y="5235459"/>
            <a:ext cx="611511" cy="903343"/>
            <a:chOff x="-287452" y="1948281"/>
            <a:chExt cx="325850" cy="481355"/>
          </a:xfrm>
        </p:grpSpPr>
        <p:sp>
          <p:nvSpPr>
            <p:cNvPr id="2074" name="Google Shape;2074;p27"/>
            <p:cNvSpPr/>
            <p:nvPr/>
          </p:nvSpPr>
          <p:spPr>
            <a:xfrm>
              <a:off x="-88831" y="2299226"/>
              <a:ext cx="25328" cy="124166"/>
            </a:xfrm>
            <a:custGeom>
              <a:avLst/>
              <a:gdLst/>
              <a:ahLst/>
              <a:cxnLst/>
              <a:rect l="l" t="t" r="r" b="b"/>
              <a:pathLst>
                <a:path w="215" h="1054" extrusionOk="0">
                  <a:moveTo>
                    <a:pt x="0" y="1"/>
                  </a:moveTo>
                  <a:lnTo>
                    <a:pt x="0" y="1053"/>
                  </a:lnTo>
                  <a:lnTo>
                    <a:pt x="214" y="1053"/>
                  </a:lnTo>
                  <a:lnTo>
                    <a:pt x="21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5" name="Google Shape;2075;p27"/>
            <p:cNvSpPr/>
            <p:nvPr/>
          </p:nvSpPr>
          <p:spPr>
            <a:xfrm>
              <a:off x="-189791" y="2053364"/>
              <a:ext cx="228188" cy="286973"/>
            </a:xfrm>
            <a:custGeom>
              <a:avLst/>
              <a:gdLst/>
              <a:ahLst/>
              <a:cxnLst/>
              <a:rect l="l" t="t" r="r" b="b"/>
              <a:pathLst>
                <a:path w="1937" h="2436" extrusionOk="0">
                  <a:moveTo>
                    <a:pt x="964" y="0"/>
                  </a:moveTo>
                  <a:cubicBezTo>
                    <a:pt x="438" y="0"/>
                    <a:pt x="1" y="544"/>
                    <a:pt x="1" y="1213"/>
                  </a:cubicBezTo>
                  <a:cubicBezTo>
                    <a:pt x="1" y="1891"/>
                    <a:pt x="438" y="2436"/>
                    <a:pt x="964" y="2436"/>
                  </a:cubicBezTo>
                  <a:cubicBezTo>
                    <a:pt x="1500" y="2436"/>
                    <a:pt x="1937" y="1891"/>
                    <a:pt x="1937" y="1213"/>
                  </a:cubicBezTo>
                  <a:cubicBezTo>
                    <a:pt x="1937" y="544"/>
                    <a:pt x="1500"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6" name="Google Shape;2076;p27"/>
            <p:cNvSpPr/>
            <p:nvPr/>
          </p:nvSpPr>
          <p:spPr>
            <a:xfrm>
              <a:off x="-186610" y="2305588"/>
              <a:ext cx="25328" cy="124049"/>
            </a:xfrm>
            <a:custGeom>
              <a:avLst/>
              <a:gdLst/>
              <a:ahLst/>
              <a:cxnLst/>
              <a:rect l="l" t="t" r="r" b="b"/>
              <a:pathLst>
                <a:path w="215" h="1053" extrusionOk="0">
                  <a:moveTo>
                    <a:pt x="1" y="0"/>
                  </a:moveTo>
                  <a:lnTo>
                    <a:pt x="1" y="1053"/>
                  </a:lnTo>
                  <a:lnTo>
                    <a:pt x="215" y="1053"/>
                  </a:lnTo>
                  <a:lnTo>
                    <a:pt x="215"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7" name="Google Shape;2077;p27"/>
            <p:cNvSpPr/>
            <p:nvPr/>
          </p:nvSpPr>
          <p:spPr>
            <a:xfrm>
              <a:off x="-287452" y="1948281"/>
              <a:ext cx="227128" cy="398417"/>
            </a:xfrm>
            <a:custGeom>
              <a:avLst/>
              <a:gdLst/>
              <a:ahLst/>
              <a:cxnLst/>
              <a:rect l="l" t="t" r="r" b="b"/>
              <a:pathLst>
                <a:path w="1928" h="3382" extrusionOk="0">
                  <a:moveTo>
                    <a:pt x="964" y="0"/>
                  </a:moveTo>
                  <a:cubicBezTo>
                    <a:pt x="428" y="0"/>
                    <a:pt x="0" y="758"/>
                    <a:pt x="0" y="1686"/>
                  </a:cubicBezTo>
                  <a:cubicBezTo>
                    <a:pt x="0" y="2623"/>
                    <a:pt x="428" y="3381"/>
                    <a:pt x="964" y="3381"/>
                  </a:cubicBezTo>
                  <a:cubicBezTo>
                    <a:pt x="1499" y="3381"/>
                    <a:pt x="1927" y="2623"/>
                    <a:pt x="1927" y="1686"/>
                  </a:cubicBezTo>
                  <a:cubicBezTo>
                    <a:pt x="1927" y="758"/>
                    <a:pt x="1499" y="0"/>
                    <a:pt x="96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78" name="Google Shape;2078;p27"/>
          <p:cNvGrpSpPr/>
          <p:nvPr/>
        </p:nvGrpSpPr>
        <p:grpSpPr>
          <a:xfrm>
            <a:off x="-27200" y="6183535"/>
            <a:ext cx="12246400" cy="686699"/>
            <a:chOff x="-20400" y="4637651"/>
            <a:chExt cx="9184800" cy="515024"/>
          </a:xfrm>
        </p:grpSpPr>
        <p:sp>
          <p:nvSpPr>
            <p:cNvPr id="2079" name="Google Shape;2079;p27"/>
            <p:cNvSpPr/>
            <p:nvPr/>
          </p:nvSpPr>
          <p:spPr>
            <a:xfrm>
              <a:off x="-20400" y="4696675"/>
              <a:ext cx="9184800" cy="456000"/>
            </a:xfrm>
            <a:prstGeom prst="rect">
              <a:avLst/>
            </a:prstGeom>
            <a:solidFill>
              <a:srgbClr val="7CA125">
                <a:alpha val="309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080" name="Google Shape;2080;p27"/>
            <p:cNvGrpSpPr/>
            <p:nvPr/>
          </p:nvGrpSpPr>
          <p:grpSpPr>
            <a:xfrm>
              <a:off x="335951" y="4637651"/>
              <a:ext cx="8472099" cy="486325"/>
              <a:chOff x="432948" y="4542401"/>
              <a:chExt cx="8472099" cy="486325"/>
            </a:xfrm>
          </p:grpSpPr>
          <p:sp>
            <p:nvSpPr>
              <p:cNvPr id="2081" name="Google Shape;2081;p27"/>
              <p:cNvSpPr/>
              <p:nvPr/>
            </p:nvSpPr>
            <p:spPr>
              <a:xfrm rot="166939">
                <a:off x="203331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27"/>
              <p:cNvSpPr/>
              <p:nvPr/>
            </p:nvSpPr>
            <p:spPr>
              <a:xfrm rot="166939">
                <a:off x="248885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3" name="Google Shape;2083;p27"/>
              <p:cNvSpPr/>
              <p:nvPr/>
            </p:nvSpPr>
            <p:spPr>
              <a:xfrm rot="166939">
                <a:off x="294439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4" name="Google Shape;2084;p27"/>
              <p:cNvSpPr/>
              <p:nvPr/>
            </p:nvSpPr>
            <p:spPr>
              <a:xfrm rot="166939">
                <a:off x="339993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27"/>
              <p:cNvSpPr/>
              <p:nvPr/>
            </p:nvSpPr>
            <p:spPr>
              <a:xfrm rot="166939">
                <a:off x="385547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27"/>
              <p:cNvSpPr/>
              <p:nvPr/>
            </p:nvSpPr>
            <p:spPr>
              <a:xfrm rot="166939">
                <a:off x="4311018"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7" name="Google Shape;2087;p27"/>
              <p:cNvSpPr/>
              <p:nvPr/>
            </p:nvSpPr>
            <p:spPr>
              <a:xfrm rot="166939">
                <a:off x="4766559"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8" name="Google Shape;2088;p27"/>
              <p:cNvSpPr/>
              <p:nvPr/>
            </p:nvSpPr>
            <p:spPr>
              <a:xfrm rot="166939">
                <a:off x="522210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9" name="Google Shape;2089;p27"/>
              <p:cNvSpPr/>
              <p:nvPr/>
            </p:nvSpPr>
            <p:spPr>
              <a:xfrm rot="166939">
                <a:off x="567764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0" name="Google Shape;2090;p27"/>
              <p:cNvSpPr/>
              <p:nvPr/>
            </p:nvSpPr>
            <p:spPr>
              <a:xfrm rot="166939">
                <a:off x="613318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1" name="Google Shape;2091;p27"/>
              <p:cNvSpPr/>
              <p:nvPr/>
            </p:nvSpPr>
            <p:spPr>
              <a:xfrm rot="166939">
                <a:off x="6588723"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2" name="Google Shape;2092;p27"/>
              <p:cNvSpPr/>
              <p:nvPr/>
            </p:nvSpPr>
            <p:spPr>
              <a:xfrm rot="166939">
                <a:off x="7044264"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3" name="Google Shape;2093;p27"/>
              <p:cNvSpPr/>
              <p:nvPr/>
            </p:nvSpPr>
            <p:spPr>
              <a:xfrm rot="166939">
                <a:off x="226108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4" name="Google Shape;2094;p27"/>
              <p:cNvSpPr/>
              <p:nvPr/>
            </p:nvSpPr>
            <p:spPr>
              <a:xfrm rot="166939">
                <a:off x="271662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5" name="Google Shape;2095;p27"/>
              <p:cNvSpPr/>
              <p:nvPr/>
            </p:nvSpPr>
            <p:spPr>
              <a:xfrm rot="166939">
                <a:off x="317216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6" name="Google Shape;2096;p27"/>
              <p:cNvSpPr/>
              <p:nvPr/>
            </p:nvSpPr>
            <p:spPr>
              <a:xfrm rot="166939">
                <a:off x="362770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27"/>
              <p:cNvSpPr/>
              <p:nvPr/>
            </p:nvSpPr>
            <p:spPr>
              <a:xfrm rot="166939">
                <a:off x="408324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27"/>
              <p:cNvSpPr/>
              <p:nvPr/>
            </p:nvSpPr>
            <p:spPr>
              <a:xfrm rot="166939">
                <a:off x="453878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27"/>
              <p:cNvSpPr/>
              <p:nvPr/>
            </p:nvSpPr>
            <p:spPr>
              <a:xfrm rot="166939">
                <a:off x="499433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27"/>
              <p:cNvSpPr/>
              <p:nvPr/>
            </p:nvSpPr>
            <p:spPr>
              <a:xfrm rot="166939">
                <a:off x="544987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27"/>
              <p:cNvSpPr/>
              <p:nvPr/>
            </p:nvSpPr>
            <p:spPr>
              <a:xfrm rot="166939">
                <a:off x="590541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27"/>
              <p:cNvSpPr/>
              <p:nvPr/>
            </p:nvSpPr>
            <p:spPr>
              <a:xfrm rot="166939">
                <a:off x="6360953"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27"/>
              <p:cNvSpPr/>
              <p:nvPr/>
            </p:nvSpPr>
            <p:spPr>
              <a:xfrm rot="166939">
                <a:off x="6816494"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27"/>
              <p:cNvSpPr/>
              <p:nvPr/>
            </p:nvSpPr>
            <p:spPr>
              <a:xfrm rot="166939">
                <a:off x="7272035"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27"/>
              <p:cNvSpPr/>
              <p:nvPr/>
            </p:nvSpPr>
            <p:spPr>
              <a:xfrm rot="166939">
                <a:off x="1805542"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27"/>
              <p:cNvSpPr/>
              <p:nvPr/>
            </p:nvSpPr>
            <p:spPr>
              <a:xfrm rot="166939">
                <a:off x="7499805"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27"/>
              <p:cNvSpPr/>
              <p:nvPr/>
            </p:nvSpPr>
            <p:spPr>
              <a:xfrm rot="166939">
                <a:off x="7727576"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27"/>
              <p:cNvSpPr/>
              <p:nvPr/>
            </p:nvSpPr>
            <p:spPr>
              <a:xfrm rot="166939">
                <a:off x="1577772"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27"/>
              <p:cNvSpPr/>
              <p:nvPr/>
            </p:nvSpPr>
            <p:spPr>
              <a:xfrm rot="166939">
                <a:off x="1350001"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0" name="Google Shape;2110;p27"/>
              <p:cNvSpPr/>
              <p:nvPr/>
            </p:nvSpPr>
            <p:spPr>
              <a:xfrm rot="166939">
                <a:off x="7955346"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1" name="Google Shape;2111;p27"/>
              <p:cNvSpPr/>
              <p:nvPr/>
            </p:nvSpPr>
            <p:spPr>
              <a:xfrm rot="166939">
                <a:off x="8183117"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2" name="Google Shape;2112;p27"/>
              <p:cNvSpPr/>
              <p:nvPr/>
            </p:nvSpPr>
            <p:spPr>
              <a:xfrm rot="166939">
                <a:off x="8410887"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3" name="Google Shape;2113;p27"/>
              <p:cNvSpPr/>
              <p:nvPr/>
            </p:nvSpPr>
            <p:spPr>
              <a:xfrm rot="166939">
                <a:off x="8638658"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4" name="Google Shape;2114;p27"/>
              <p:cNvSpPr/>
              <p:nvPr/>
            </p:nvSpPr>
            <p:spPr>
              <a:xfrm rot="166939">
                <a:off x="1122231"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5" name="Google Shape;2115;p27"/>
              <p:cNvSpPr/>
              <p:nvPr/>
            </p:nvSpPr>
            <p:spPr>
              <a:xfrm rot="166939">
                <a:off x="894460"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6" name="Google Shape;2116;p27"/>
              <p:cNvSpPr/>
              <p:nvPr/>
            </p:nvSpPr>
            <p:spPr>
              <a:xfrm rot="166939">
                <a:off x="666690" y="4548573"/>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7" name="Google Shape;2117;p27"/>
              <p:cNvSpPr/>
              <p:nvPr/>
            </p:nvSpPr>
            <p:spPr>
              <a:xfrm rot="166939">
                <a:off x="438919" y="4770208"/>
                <a:ext cx="260418" cy="252346"/>
              </a:xfrm>
              <a:custGeom>
                <a:avLst/>
                <a:gdLst/>
                <a:ahLst/>
                <a:cxnLst/>
                <a:rect l="l" t="t" r="r" b="b"/>
                <a:pathLst>
                  <a:path w="2901" h="2811" extrusionOk="0">
                    <a:moveTo>
                      <a:pt x="2900" y="920"/>
                    </a:moveTo>
                    <a:cubicBezTo>
                      <a:pt x="2775" y="857"/>
                      <a:pt x="2320" y="1410"/>
                      <a:pt x="2017" y="2070"/>
                    </a:cubicBezTo>
                    <a:cubicBezTo>
                      <a:pt x="2026" y="2008"/>
                      <a:pt x="2044" y="1955"/>
                      <a:pt x="2053" y="1892"/>
                    </a:cubicBezTo>
                    <a:cubicBezTo>
                      <a:pt x="2204" y="946"/>
                      <a:pt x="2374" y="429"/>
                      <a:pt x="2401" y="331"/>
                    </a:cubicBezTo>
                    <a:cubicBezTo>
                      <a:pt x="2436" y="233"/>
                      <a:pt x="1972" y="688"/>
                      <a:pt x="1785" y="1357"/>
                    </a:cubicBezTo>
                    <a:cubicBezTo>
                      <a:pt x="1749" y="1500"/>
                      <a:pt x="1723" y="1633"/>
                      <a:pt x="1705" y="1758"/>
                    </a:cubicBezTo>
                    <a:cubicBezTo>
                      <a:pt x="1678" y="1553"/>
                      <a:pt x="1633" y="1312"/>
                      <a:pt x="1571" y="1036"/>
                    </a:cubicBezTo>
                    <a:cubicBezTo>
                      <a:pt x="1544" y="982"/>
                      <a:pt x="1491" y="1232"/>
                      <a:pt x="1455" y="1535"/>
                    </a:cubicBezTo>
                    <a:cubicBezTo>
                      <a:pt x="1348" y="1143"/>
                      <a:pt x="1161" y="670"/>
                      <a:pt x="795" y="152"/>
                    </a:cubicBezTo>
                    <a:cubicBezTo>
                      <a:pt x="670" y="1"/>
                      <a:pt x="813" y="536"/>
                      <a:pt x="938" y="1134"/>
                    </a:cubicBezTo>
                    <a:cubicBezTo>
                      <a:pt x="982" y="1339"/>
                      <a:pt x="1045" y="1526"/>
                      <a:pt x="1098" y="1687"/>
                    </a:cubicBezTo>
                    <a:cubicBezTo>
                      <a:pt x="839" y="1294"/>
                      <a:pt x="607" y="991"/>
                      <a:pt x="634" y="1143"/>
                    </a:cubicBezTo>
                    <a:cubicBezTo>
                      <a:pt x="679" y="1321"/>
                      <a:pt x="723" y="1491"/>
                      <a:pt x="777" y="1642"/>
                    </a:cubicBezTo>
                    <a:cubicBezTo>
                      <a:pt x="456" y="1196"/>
                      <a:pt x="108" y="875"/>
                      <a:pt x="1" y="920"/>
                    </a:cubicBezTo>
                    <a:cubicBezTo>
                      <a:pt x="902" y="2784"/>
                      <a:pt x="1401" y="2811"/>
                      <a:pt x="1571" y="2811"/>
                    </a:cubicBezTo>
                    <a:cubicBezTo>
                      <a:pt x="1589" y="2811"/>
                      <a:pt x="1598" y="2811"/>
                      <a:pt x="1616" y="2811"/>
                    </a:cubicBezTo>
                    <a:cubicBezTo>
                      <a:pt x="1633" y="2811"/>
                      <a:pt x="1660" y="2811"/>
                      <a:pt x="1696" y="2793"/>
                    </a:cubicBezTo>
                    <a:cubicBezTo>
                      <a:pt x="1901" y="2731"/>
                      <a:pt x="2285" y="2409"/>
                      <a:pt x="2900" y="92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42102233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121"/>
        <p:cNvGrpSpPr/>
        <p:nvPr/>
      </p:nvGrpSpPr>
      <p:grpSpPr>
        <a:xfrm>
          <a:off x="0" y="0"/>
          <a:ext cx="0" cy="0"/>
          <a:chOff x="0" y="0"/>
          <a:chExt cx="0" cy="0"/>
        </a:xfrm>
      </p:grpSpPr>
    </p:spTree>
    <p:extLst>
      <p:ext uri="{BB962C8B-B14F-4D97-AF65-F5344CB8AC3E}">
        <p14:creationId xmlns:p14="http://schemas.microsoft.com/office/powerpoint/2010/main" val="229565731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122"/>
        <p:cNvGrpSpPr/>
        <p:nvPr/>
      </p:nvGrpSpPr>
      <p:grpSpPr>
        <a:xfrm>
          <a:off x="0" y="0"/>
          <a:ext cx="0" cy="0"/>
          <a:chOff x="0" y="0"/>
          <a:chExt cx="0" cy="0"/>
        </a:xfrm>
      </p:grpSpPr>
      <p:sp>
        <p:nvSpPr>
          <p:cNvPr id="2123" name="Google Shape;2123;p30"/>
          <p:cNvSpPr txBox="1">
            <a:spLocks noGrp="1"/>
          </p:cNvSpPr>
          <p:nvPr>
            <p:ph type="title"/>
          </p:nvPr>
        </p:nvSpPr>
        <p:spPr>
          <a:xfrm>
            <a:off x="964600" y="681367"/>
            <a:ext cx="102628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4203578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0">
              <a:schemeClr val="dk2"/>
            </a:gs>
            <a:gs pos="100000">
              <a:schemeClr val="lt1"/>
            </a:gs>
          </a:gsLst>
          <a:lin ang="5400012"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50800" y="719200"/>
            <a:ext cx="102904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1pPr>
            <a:lvl2pPr lvl="1"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2pPr>
            <a:lvl3pPr lvl="2"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3pPr>
            <a:lvl4pPr lvl="3"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4pPr>
            <a:lvl5pPr lvl="4"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5pPr>
            <a:lvl6pPr lvl="5"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6pPr>
            <a:lvl7pPr lvl="6"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7pPr>
            <a:lvl8pPr lvl="7"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8pPr>
            <a:lvl9pPr lvl="8" rtl="0">
              <a:spcBef>
                <a:spcPts val="0"/>
              </a:spcBef>
              <a:spcAft>
                <a:spcPts val="0"/>
              </a:spcAft>
              <a:buClr>
                <a:schemeClr val="dk1"/>
              </a:buClr>
              <a:buSzPts val="3000"/>
              <a:buFont typeface="Marcellus"/>
              <a:buNone/>
              <a:defRPr sz="3000" b="1">
                <a:solidFill>
                  <a:schemeClr val="dk1"/>
                </a:solidFill>
                <a:latin typeface="Marcellus"/>
                <a:ea typeface="Marcellus"/>
                <a:cs typeface="Marcellus"/>
                <a:sym typeface="Marcellus"/>
              </a:defRPr>
            </a:lvl9pPr>
          </a:lstStyle>
          <a:p>
            <a:endParaRPr/>
          </a:p>
        </p:txBody>
      </p:sp>
      <p:sp>
        <p:nvSpPr>
          <p:cNvPr id="7" name="Google Shape;7;p1"/>
          <p:cNvSpPr txBox="1">
            <a:spLocks noGrp="1"/>
          </p:cNvSpPr>
          <p:nvPr>
            <p:ph type="body" idx="1"/>
          </p:nvPr>
        </p:nvSpPr>
        <p:spPr>
          <a:xfrm>
            <a:off x="950800" y="1536633"/>
            <a:ext cx="102904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15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extLst>
      <p:ext uri="{BB962C8B-B14F-4D97-AF65-F5344CB8AC3E}">
        <p14:creationId xmlns:p14="http://schemas.microsoft.com/office/powerpoint/2010/main" val="4230764007"/>
      </p:ext>
    </p:extLst>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118"/>
        <p:cNvGrpSpPr/>
        <p:nvPr/>
      </p:nvGrpSpPr>
      <p:grpSpPr>
        <a:xfrm>
          <a:off x="0" y="0"/>
          <a:ext cx="0" cy="0"/>
          <a:chOff x="0" y="0"/>
          <a:chExt cx="0" cy="0"/>
        </a:xfrm>
      </p:grpSpPr>
      <p:sp>
        <p:nvSpPr>
          <p:cNvPr id="2119" name="Google Shape;2119;p28"/>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120" name="Google Shape;2120;p28"/>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457516870"/>
      </p:ext>
    </p:extLst>
  </p:cSld>
  <p:clrMap bg1="lt1" tx1="dk1" bg2="dk2" tx2="lt2" accent1="accent1" accent2="accent2" accent3="accent3" accent4="accent4" accent5="accent5" accent6="accent6" hlink="hlink" folHlink="folHlink"/>
  <p:sldLayoutIdLst>
    <p:sldLayoutId id="2147483689" r:id="rId1"/>
    <p:sldLayoutId id="2147483690"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8A78C-2907-4603-3221-1345B523D353}"/>
              </a:ext>
            </a:extLst>
          </p:cNvPr>
          <p:cNvSpPr>
            <a:spLocks noGrp="1"/>
          </p:cNvSpPr>
          <p:nvPr>
            <p:ph type="ctrTitle"/>
          </p:nvPr>
        </p:nvSpPr>
        <p:spPr>
          <a:xfrm>
            <a:off x="1777217" y="275302"/>
            <a:ext cx="8104202" cy="1349693"/>
          </a:xfrm>
        </p:spPr>
        <p:txBody>
          <a:bodyPr/>
          <a:lstStyle/>
          <a:p>
            <a:r>
              <a:rPr lang="en-IN" dirty="0">
                <a:latin typeface="Algerian" panose="04020705040A02060702" pitchFamily="82" charset="0"/>
              </a:rPr>
              <a:t>SMART KRISHI</a:t>
            </a:r>
          </a:p>
        </p:txBody>
      </p:sp>
      <p:sp>
        <p:nvSpPr>
          <p:cNvPr id="3" name="Subtitle 2">
            <a:extLst>
              <a:ext uri="{FF2B5EF4-FFF2-40B4-BE49-F238E27FC236}">
                <a16:creationId xmlns:a16="http://schemas.microsoft.com/office/drawing/2014/main" id="{928A510A-A9D8-91C3-1981-6F78D5BF3B9F}"/>
              </a:ext>
            </a:extLst>
          </p:cNvPr>
          <p:cNvSpPr>
            <a:spLocks noGrp="1"/>
          </p:cNvSpPr>
          <p:nvPr>
            <p:ph type="subTitle" idx="1"/>
          </p:nvPr>
        </p:nvSpPr>
        <p:spPr>
          <a:xfrm>
            <a:off x="405600" y="2647690"/>
            <a:ext cx="5690400" cy="520400"/>
          </a:xfrm>
        </p:spPr>
        <p:txBody>
          <a:bodyPr/>
          <a:lstStyle/>
          <a:p>
            <a:r>
              <a:rPr lang="en-US" dirty="0">
                <a:latin typeface="Elephant" panose="02020904090505020303" pitchFamily="18" charset="0"/>
              </a:rPr>
              <a:t>MODERN FARMING ANCIENT TOOLS</a:t>
            </a:r>
            <a:endParaRPr lang="en-IN" dirty="0">
              <a:latin typeface="Elephant" panose="02020904090505020303" pitchFamily="18" charset="0"/>
            </a:endParaRPr>
          </a:p>
        </p:txBody>
      </p:sp>
      <p:sp>
        <p:nvSpPr>
          <p:cNvPr id="5" name="TextBox 4">
            <a:extLst>
              <a:ext uri="{FF2B5EF4-FFF2-40B4-BE49-F238E27FC236}">
                <a16:creationId xmlns:a16="http://schemas.microsoft.com/office/drawing/2014/main" id="{952EC1DA-9B1B-3681-000E-6519EE2DE96E}"/>
              </a:ext>
            </a:extLst>
          </p:cNvPr>
          <p:cNvSpPr txBox="1"/>
          <p:nvPr/>
        </p:nvSpPr>
        <p:spPr>
          <a:xfrm>
            <a:off x="7128715" y="3576165"/>
            <a:ext cx="6833420" cy="2062103"/>
          </a:xfrm>
          <a:prstGeom prst="rect">
            <a:avLst/>
          </a:prstGeom>
          <a:noFill/>
        </p:spPr>
        <p:txBody>
          <a:bodyPr wrap="square" rtlCol="0">
            <a:spAutoFit/>
          </a:bodyPr>
          <a:lstStyle/>
          <a:p>
            <a:r>
              <a:rPr lang="en-US" sz="3200" dirty="0">
                <a:latin typeface="Playbill" panose="040506030A0602020202" pitchFamily="82" charset="0"/>
              </a:rPr>
              <a:t>SATYAM YADAV </a:t>
            </a:r>
            <a:r>
              <a:rPr lang="en-US" sz="3200" dirty="0">
                <a:solidFill>
                  <a:srgbClr val="FF0000"/>
                </a:solidFill>
                <a:latin typeface="Playbill" panose="040506030A0602020202" pitchFamily="82" charset="0"/>
              </a:rPr>
              <a:t>(TEAM LEADER)</a:t>
            </a:r>
          </a:p>
          <a:p>
            <a:r>
              <a:rPr lang="en-US" sz="3200" dirty="0">
                <a:latin typeface="Playbill" panose="040506030A0602020202" pitchFamily="82" charset="0"/>
              </a:rPr>
              <a:t>SHIVAM MISHRA</a:t>
            </a:r>
          </a:p>
          <a:p>
            <a:r>
              <a:rPr lang="en-US" sz="3200" dirty="0">
                <a:latin typeface="Playbill" panose="040506030A0602020202" pitchFamily="82" charset="0"/>
              </a:rPr>
              <a:t>SAURAV CHAUDHARY</a:t>
            </a:r>
          </a:p>
          <a:p>
            <a:r>
              <a:rPr lang="en-US" sz="3200" dirty="0">
                <a:latin typeface="Playbill" panose="040506030A0602020202" pitchFamily="82" charset="0"/>
              </a:rPr>
              <a:t>SHAN SHARMA</a:t>
            </a:r>
            <a:endParaRPr lang="en-IN" sz="3200" dirty="0">
              <a:latin typeface="Playbill" panose="040506030A0602020202" pitchFamily="82" charset="0"/>
            </a:endParaRPr>
          </a:p>
        </p:txBody>
      </p:sp>
      <p:sp>
        <p:nvSpPr>
          <p:cNvPr id="4" name="TextBox 3">
            <a:extLst>
              <a:ext uri="{FF2B5EF4-FFF2-40B4-BE49-F238E27FC236}">
                <a16:creationId xmlns:a16="http://schemas.microsoft.com/office/drawing/2014/main" id="{026D15DE-886F-6F18-2F38-ED599666E811}"/>
              </a:ext>
            </a:extLst>
          </p:cNvPr>
          <p:cNvSpPr txBox="1"/>
          <p:nvPr/>
        </p:nvSpPr>
        <p:spPr>
          <a:xfrm>
            <a:off x="829515" y="4459708"/>
            <a:ext cx="4846198" cy="307777"/>
          </a:xfrm>
          <a:prstGeom prst="rect">
            <a:avLst/>
          </a:prstGeom>
          <a:noFill/>
        </p:spPr>
        <p:txBody>
          <a:bodyPr wrap="none" rtlCol="0">
            <a:spAutoFit/>
          </a:bodyPr>
          <a:lstStyle/>
          <a:p>
            <a:r>
              <a:rPr lang="en-US" dirty="0">
                <a:latin typeface="Elephant" panose="02020904090505020303" pitchFamily="18" charset="0"/>
              </a:rPr>
              <a:t>PRESENTED TO : PROJECT CO-ORDINATOR</a:t>
            </a:r>
            <a:endParaRPr lang="en-IN" dirty="0">
              <a:latin typeface="Elephant" panose="02020904090505020303" pitchFamily="18" charset="0"/>
            </a:endParaRPr>
          </a:p>
        </p:txBody>
      </p:sp>
      <p:sp>
        <p:nvSpPr>
          <p:cNvPr id="6" name="TextBox 5">
            <a:extLst>
              <a:ext uri="{FF2B5EF4-FFF2-40B4-BE49-F238E27FC236}">
                <a16:creationId xmlns:a16="http://schemas.microsoft.com/office/drawing/2014/main" id="{3626AD7C-BC12-9741-B848-747A976676F3}"/>
              </a:ext>
            </a:extLst>
          </p:cNvPr>
          <p:cNvSpPr txBox="1"/>
          <p:nvPr/>
        </p:nvSpPr>
        <p:spPr>
          <a:xfrm>
            <a:off x="7128715" y="3124361"/>
            <a:ext cx="2866490" cy="307777"/>
          </a:xfrm>
          <a:prstGeom prst="rect">
            <a:avLst/>
          </a:prstGeom>
          <a:noFill/>
        </p:spPr>
        <p:txBody>
          <a:bodyPr wrap="none" rtlCol="0">
            <a:spAutoFit/>
          </a:bodyPr>
          <a:lstStyle/>
          <a:p>
            <a:r>
              <a:rPr lang="en-US" dirty="0">
                <a:latin typeface="Elephant" panose="02020904090505020303" pitchFamily="18" charset="0"/>
              </a:rPr>
              <a:t>DOMAIN : AGRICULTURE</a:t>
            </a:r>
            <a:endParaRPr lang="en-IN" dirty="0">
              <a:latin typeface="Elephant" panose="02020904090505020303" pitchFamily="18" charset="0"/>
            </a:endParaRPr>
          </a:p>
        </p:txBody>
      </p:sp>
    </p:spTree>
    <p:extLst>
      <p:ext uri="{BB962C8B-B14F-4D97-AF65-F5344CB8AC3E}">
        <p14:creationId xmlns:p14="http://schemas.microsoft.com/office/powerpoint/2010/main" val="27690801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853EB8-E65F-ADB8-7E06-5CF7C883A767}"/>
              </a:ext>
            </a:extLst>
          </p:cNvPr>
          <p:cNvSpPr>
            <a:spLocks noGrp="1"/>
          </p:cNvSpPr>
          <p:nvPr>
            <p:ph type="title" idx="2"/>
          </p:nvPr>
        </p:nvSpPr>
        <p:spPr>
          <a:xfrm>
            <a:off x="2642677" y="147484"/>
            <a:ext cx="5987845" cy="1390256"/>
          </a:xfrm>
        </p:spPr>
        <p:txBody>
          <a:bodyPr/>
          <a:lstStyle/>
          <a:p>
            <a:r>
              <a:rPr lang="en-US" sz="7200" dirty="0">
                <a:solidFill>
                  <a:schemeClr val="bg2">
                    <a:lumMod val="10000"/>
                  </a:schemeClr>
                </a:solidFill>
                <a:latin typeface="Algerian" panose="04020705040A02060702" pitchFamily="82" charset="0"/>
              </a:rPr>
              <a:t>ABSTRACT</a:t>
            </a:r>
            <a:endParaRPr lang="en-IN" sz="7200" dirty="0">
              <a:solidFill>
                <a:schemeClr val="bg2">
                  <a:lumMod val="10000"/>
                </a:schemeClr>
              </a:solidFill>
              <a:latin typeface="Algerian" panose="04020705040A02060702" pitchFamily="82" charset="0"/>
            </a:endParaRPr>
          </a:p>
        </p:txBody>
      </p:sp>
      <p:sp>
        <p:nvSpPr>
          <p:cNvPr id="4" name="Rectangle 1">
            <a:extLst>
              <a:ext uri="{FF2B5EF4-FFF2-40B4-BE49-F238E27FC236}">
                <a16:creationId xmlns:a16="http://schemas.microsoft.com/office/drawing/2014/main" id="{AAF29022-43E0-3CEA-7B86-D5F646DE647C}"/>
              </a:ext>
            </a:extLst>
          </p:cNvPr>
          <p:cNvSpPr>
            <a:spLocks noGrp="1" noChangeArrowheads="1"/>
          </p:cNvSpPr>
          <p:nvPr>
            <p:ph type="title"/>
          </p:nvPr>
        </p:nvSpPr>
        <p:spPr bwMode="auto">
          <a:xfrm>
            <a:off x="1602658" y="1181832"/>
            <a:ext cx="811161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project focuses on automating irrigation to optimize water usage using an </a:t>
            </a:r>
            <a:r>
              <a:rPr kumimoji="0" lang="en-US" altLang="en-US" sz="1800" b="1" i="0" u="none" strike="noStrike" cap="none" normalizeH="0" baseline="0" dirty="0">
                <a:ln>
                  <a:noFill/>
                </a:ln>
                <a:solidFill>
                  <a:schemeClr val="tx1"/>
                </a:solidFill>
                <a:effectLst/>
                <a:latin typeface="Arial" panose="020B0604020202020204" pitchFamily="34" charset="0"/>
              </a:rPr>
              <a:t>Arduino Uno R3</a:t>
            </a:r>
            <a:r>
              <a:rPr kumimoji="0" lang="en-US" altLang="en-US" sz="1800" b="0" i="0" u="none" strike="noStrike" cap="none" normalizeH="0" baseline="0" dirty="0">
                <a:ln>
                  <a:noFill/>
                </a:ln>
                <a:solidFill>
                  <a:schemeClr val="tx1"/>
                </a:solidFill>
                <a:effectLst/>
                <a:latin typeface="Arial" panose="020B0604020202020204" pitchFamily="34" charset="0"/>
              </a:rPr>
              <a:t> microcontroller.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Key components include: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Soil moisture sensor</a:t>
            </a:r>
            <a:r>
              <a:rPr kumimoji="0" lang="en-US" altLang="en-US" sz="1800" b="0" i="0" u="none" strike="noStrike" cap="none" normalizeH="0" baseline="0" dirty="0">
                <a:ln>
                  <a:noFill/>
                </a:ln>
                <a:solidFill>
                  <a:schemeClr val="tx1"/>
                </a:solidFill>
                <a:effectLst/>
                <a:latin typeface="Arial" panose="020B0604020202020204" pitchFamily="34" charset="0"/>
              </a:rPr>
              <a:t>: Monitors real-time soil moisture levels.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Temperature and humidity sensor (e.g., DHT11/DHT22)</a:t>
            </a:r>
            <a:r>
              <a:rPr kumimoji="0" lang="en-US" altLang="en-US" sz="1800" b="0" i="0" u="none" strike="noStrike" cap="none" normalizeH="0" baseline="0" dirty="0">
                <a:ln>
                  <a:noFill/>
                </a:ln>
                <a:solidFill>
                  <a:schemeClr val="tx1"/>
                </a:solidFill>
                <a:effectLst/>
                <a:latin typeface="Arial" panose="020B0604020202020204" pitchFamily="34" charset="0"/>
              </a:rPr>
              <a:t>: Tracks environmental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Relay module and water pump</a:t>
            </a:r>
            <a:r>
              <a:rPr kumimoji="0" lang="en-US" altLang="en-US" sz="1800" b="0" i="0" u="none" strike="noStrike" cap="none" normalizeH="0" baseline="0" dirty="0">
                <a:ln>
                  <a:noFill/>
                </a:ln>
                <a:solidFill>
                  <a:schemeClr val="tx1"/>
                </a:solidFill>
                <a:effectLst/>
                <a:latin typeface="Arial" panose="020B0604020202020204" pitchFamily="34" charset="0"/>
              </a:rPr>
              <a:t>: Controls water flow based on sensor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Working principle: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system activates the water pump when soil moisture levels drop below a predefined threshold.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It stops irrigation once optimal moisture levels are restored, conserving water.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Optional enhancements include </a:t>
            </a:r>
            <a:r>
              <a:rPr kumimoji="0" lang="en-US" altLang="en-US" sz="1800" b="1" i="0" u="none" strike="noStrike" cap="none" normalizeH="0" baseline="0" dirty="0">
                <a:ln>
                  <a:noFill/>
                </a:ln>
                <a:solidFill>
                  <a:schemeClr val="tx1"/>
                </a:solidFill>
                <a:effectLst/>
                <a:latin typeface="Arial" panose="020B0604020202020204" pitchFamily="34" charset="0"/>
              </a:rPr>
              <a:t>IoT integration</a:t>
            </a:r>
            <a:r>
              <a:rPr kumimoji="0" lang="en-US" altLang="en-US" sz="1800" b="0" i="0" u="none" strike="noStrike" cap="none" normalizeH="0" baseline="0" dirty="0">
                <a:ln>
                  <a:noFill/>
                </a:ln>
                <a:solidFill>
                  <a:schemeClr val="tx1"/>
                </a:solidFill>
                <a:effectLst/>
                <a:latin typeface="Arial" panose="020B0604020202020204" pitchFamily="34" charset="0"/>
              </a:rPr>
              <a:t> for remote monitoring and control via a mobile app or web interface. </a:t>
            </a:r>
          </a:p>
        </p:txBody>
      </p:sp>
    </p:spTree>
    <p:extLst>
      <p:ext uri="{BB962C8B-B14F-4D97-AF65-F5344CB8AC3E}">
        <p14:creationId xmlns:p14="http://schemas.microsoft.com/office/powerpoint/2010/main" val="7087138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9E409-F97E-0D4A-3CEA-DA72B42B79F6}"/>
              </a:ext>
            </a:extLst>
          </p:cNvPr>
          <p:cNvSpPr>
            <a:spLocks noGrp="1"/>
          </p:cNvSpPr>
          <p:nvPr>
            <p:ph type="title"/>
          </p:nvPr>
        </p:nvSpPr>
        <p:spPr>
          <a:xfrm>
            <a:off x="960000" y="337400"/>
            <a:ext cx="10272000" cy="763600"/>
          </a:xfrm>
        </p:spPr>
        <p:txBody>
          <a:bodyPr/>
          <a:lstStyle/>
          <a:p>
            <a:r>
              <a:rPr lang="en-IN" sz="7200" dirty="0">
                <a:latin typeface="Algerian" panose="04020705040A02060702" pitchFamily="82" charset="0"/>
              </a:rPr>
              <a:t>Problem Statement</a:t>
            </a:r>
          </a:p>
        </p:txBody>
      </p:sp>
      <p:sp>
        <p:nvSpPr>
          <p:cNvPr id="3" name="Text Placeholder 2">
            <a:extLst>
              <a:ext uri="{FF2B5EF4-FFF2-40B4-BE49-F238E27FC236}">
                <a16:creationId xmlns:a16="http://schemas.microsoft.com/office/drawing/2014/main" id="{5A65A18A-BF17-0415-0ACF-13E0DF41F300}"/>
              </a:ext>
            </a:extLst>
          </p:cNvPr>
          <p:cNvSpPr>
            <a:spLocks noGrp="1"/>
          </p:cNvSpPr>
          <p:nvPr>
            <p:ph type="body" idx="1"/>
          </p:nvPr>
        </p:nvSpPr>
        <p:spPr/>
        <p:txBody>
          <a:bodyPr/>
          <a:lstStyle/>
          <a:p>
            <a:endParaRPr lang="en-US" sz="2200" dirty="0">
              <a:latin typeface="NSimSun" panose="02010609030101010101" pitchFamily="49" charset="-122"/>
              <a:ea typeface="NSimSun" panose="02010609030101010101" pitchFamily="49" charset="-122"/>
            </a:endParaRPr>
          </a:p>
          <a:p>
            <a:pPr marL="203195" indent="0" algn="just">
              <a:buNone/>
            </a:pPr>
            <a:r>
              <a:rPr lang="en-US" sz="2200" dirty="0">
                <a:latin typeface="NSimSun" panose="02010609030101010101" pitchFamily="49" charset="-122"/>
                <a:ea typeface="NSimSun" panose="02010609030101010101" pitchFamily="49" charset="-122"/>
              </a:rPr>
              <a:t>Indian farmers, who make up about 42% of the workforce, face substantial challenges in optimizing crop yields and managing resources effectively. Despite their vast experience, many lack formal education and a business-oriented mindset, which limits their ability to adopt modern agricultural practices. Over 70% of farmers are smallholders, struggling to earn a decent income. This situation is further aggravated by the absence of real-time data analysis for soil health monitoring and resource management. Tragically, between 2014 and 2020, over 55,000 farmers committed suicide, often due to debt and crop failure, highlighting the urgent need for technology-driven solutions to support these farmers</a:t>
            </a:r>
            <a:r>
              <a:rPr lang="en-US" sz="900" dirty="0"/>
              <a:t>.</a:t>
            </a:r>
          </a:p>
        </p:txBody>
      </p:sp>
    </p:spTree>
    <p:extLst>
      <p:ext uri="{BB962C8B-B14F-4D97-AF65-F5344CB8AC3E}">
        <p14:creationId xmlns:p14="http://schemas.microsoft.com/office/powerpoint/2010/main" val="1795853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9B85A-077A-E826-ED6E-BA6D12E6F8A4}"/>
              </a:ext>
            </a:extLst>
          </p:cNvPr>
          <p:cNvSpPr>
            <a:spLocks noGrp="1"/>
          </p:cNvSpPr>
          <p:nvPr>
            <p:ph type="title"/>
          </p:nvPr>
        </p:nvSpPr>
        <p:spPr>
          <a:xfrm>
            <a:off x="960000" y="0"/>
            <a:ext cx="10272000" cy="763600"/>
          </a:xfrm>
        </p:spPr>
        <p:txBody>
          <a:bodyPr/>
          <a:lstStyle/>
          <a:p>
            <a:r>
              <a:rPr lang="en-IN" sz="4400" dirty="0">
                <a:latin typeface="Algerian" panose="04020705040A02060702" pitchFamily="82" charset="0"/>
              </a:rPr>
              <a:t>Solution Overview</a:t>
            </a:r>
          </a:p>
        </p:txBody>
      </p:sp>
      <p:sp>
        <p:nvSpPr>
          <p:cNvPr id="4" name="Rectangle 1">
            <a:extLst>
              <a:ext uri="{FF2B5EF4-FFF2-40B4-BE49-F238E27FC236}">
                <a16:creationId xmlns:a16="http://schemas.microsoft.com/office/drawing/2014/main" id="{C96C3AD3-ADC2-DFAB-36E1-ADA7459F9D95}"/>
              </a:ext>
            </a:extLst>
          </p:cNvPr>
          <p:cNvSpPr>
            <a:spLocks noGrp="1" noChangeArrowheads="1"/>
          </p:cNvSpPr>
          <p:nvPr>
            <p:ph type="body" idx="1"/>
          </p:nvPr>
        </p:nvSpPr>
        <p:spPr bwMode="auto">
          <a:xfrm>
            <a:off x="188475" y="818283"/>
            <a:ext cx="8379217"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Bahnschrift SemiBold" panose="020B0502040204020203" pitchFamily="34" charset="0"/>
              </a:rPr>
              <a:t>Smart Farming System</a:t>
            </a:r>
            <a:r>
              <a:rPr kumimoji="0" lang="en-US" altLang="en-US" sz="32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Designed to address challenges faced by Indian farmers.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Enhances productivity and profitability through innovative technology.</a:t>
            </a:r>
          </a:p>
          <a:p>
            <a:pPr marL="0" marR="0" lvl="0" indent="0" algn="l" defTabSz="914400" rtl="0" eaLnBrk="0" fontAlgn="base" latinLnBrk="0" hangingPunct="0">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endParaRPr>
          </a:p>
          <a:p>
            <a:pPr marL="0" marR="0" lvl="0" indent="0" algn="l" defTabSz="914400" rtl="0" eaLnBrk="0" fontAlgn="base" latinLnBrk="0" hangingPunct="0">
              <a:spcBef>
                <a:spcPct val="0"/>
              </a:spcBef>
              <a:spcAft>
                <a:spcPct val="0"/>
              </a:spcAft>
              <a:buClrTx/>
              <a:buSzTx/>
              <a:buNone/>
              <a:tabLst/>
            </a:pPr>
            <a:endParaRPr kumimoji="0" lang="en-US" altLang="en-US" sz="3200" b="0" i="0" u="none" strike="noStrike" cap="none" normalizeH="0" baseline="0" dirty="0">
              <a:ln>
                <a:noFill/>
              </a:ln>
              <a:solidFill>
                <a:schemeClr val="tx1"/>
              </a:solidFill>
              <a:effectLst/>
              <a:latin typeface="Playbill" panose="040506030A0602020202" pitchFamily="8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CFD204AE-C6F9-32BB-7590-0ACE42158ED4}"/>
              </a:ext>
            </a:extLst>
          </p:cNvPr>
          <p:cNvSpPr txBox="1"/>
          <p:nvPr/>
        </p:nvSpPr>
        <p:spPr>
          <a:xfrm>
            <a:off x="1169550" y="3028950"/>
            <a:ext cx="9571851" cy="3262432"/>
          </a:xfrm>
          <a:prstGeom prst="rect">
            <a:avLst/>
          </a:prstGeom>
          <a:noFill/>
        </p:spPr>
        <p:txBody>
          <a:bodyPr wrap="none" rtlCol="0">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Data-Driven Insights:</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Provides actionable recommendations for crop selection and resource allocation.</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Automation:</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Automates irrigation and fertilization processes based on real-time data</a:t>
            </a:r>
            <a:r>
              <a:rPr kumimoji="0" lang="en-US" altLang="en-US" sz="16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Real-Time Monitoring:</a:t>
            </a:r>
          </a:p>
          <a:p>
            <a:pPr marL="457200" marR="0" lvl="1" indent="0" algn="l" defTabSz="914400" rtl="0" eaLnBrk="0" fontAlgn="base" latinLnBrk="0" hangingPunct="0">
              <a:lnSpc>
                <a:spcPct val="150000"/>
              </a:lnSpc>
              <a:spcBef>
                <a:spcPct val="0"/>
              </a:spcBef>
              <a:spcAft>
                <a:spcPct val="0"/>
              </a:spcAft>
              <a:buClrTx/>
              <a:buSzTx/>
              <a:buNone/>
              <a:tabLst/>
            </a:pPr>
            <a:r>
              <a:rPr kumimoji="0" lang="en-US" altLang="en-US" sz="16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Uses IoT sensors for continuous monitoring of soil health and environmental conditions.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Elephant" panose="02020904090505020303" pitchFamily="18" charset="0"/>
              </a:rPr>
              <a:t>Benefits:</a:t>
            </a:r>
          </a:p>
          <a:p>
            <a:pPr marL="0" indent="0" eaLnBrk="0" fontAlgn="base" hangingPunct="0">
              <a:lnSpc>
                <a:spcPct val="150000"/>
              </a:lnSpc>
              <a:spcBef>
                <a:spcPct val="0"/>
              </a:spcBef>
              <a:spcAft>
                <a:spcPct val="0"/>
              </a:spcAft>
              <a:buClrTx/>
              <a:buSzTx/>
              <a:buNone/>
            </a:pP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Increases crop yield and quality, reduces costs, and empowers farmers.</a:t>
            </a:r>
          </a:p>
          <a:p>
            <a:endParaRPr lang="en-IN" dirty="0"/>
          </a:p>
        </p:txBody>
      </p:sp>
      <p:sp>
        <p:nvSpPr>
          <p:cNvPr id="6" name="TextBox 5">
            <a:extLst>
              <a:ext uri="{FF2B5EF4-FFF2-40B4-BE49-F238E27FC236}">
                <a16:creationId xmlns:a16="http://schemas.microsoft.com/office/drawing/2014/main" id="{78DB432F-AD64-E375-6BA7-4119BF5F46F6}"/>
              </a:ext>
            </a:extLst>
          </p:cNvPr>
          <p:cNvSpPr txBox="1"/>
          <p:nvPr/>
        </p:nvSpPr>
        <p:spPr>
          <a:xfrm>
            <a:off x="188475" y="2505670"/>
            <a:ext cx="4951885" cy="800219"/>
          </a:xfrm>
          <a:prstGeom prst="rect">
            <a:avLst/>
          </a:prstGeom>
          <a:noFill/>
        </p:spPr>
        <p:txBody>
          <a:bodyPr wrap="square" rtlCol="0">
            <a:spAutoFit/>
          </a:bodyPr>
          <a:lstStyle/>
          <a:p>
            <a:r>
              <a:rPr kumimoji="0" lang="en-US" altLang="en-US" sz="3200" b="1" i="0" u="none" strike="noStrike" cap="none" normalizeH="0" baseline="0" dirty="0">
                <a:ln>
                  <a:noFill/>
                </a:ln>
                <a:solidFill>
                  <a:schemeClr val="tx1"/>
                </a:solidFill>
                <a:effectLst/>
                <a:latin typeface="Bahnschrift SemiBold" panose="020B0502040204020203" pitchFamily="34" charset="0"/>
              </a:rPr>
              <a:t>Key Features</a:t>
            </a:r>
            <a:r>
              <a:rPr kumimoji="0" lang="en-US" altLang="en-US" sz="3200" b="0" i="0" u="none" strike="noStrike" cap="none" normalizeH="0" baseline="0" dirty="0">
                <a:ln>
                  <a:noFill/>
                </a:ln>
                <a:solidFill>
                  <a:schemeClr val="tx1"/>
                </a:solidFill>
                <a:effectLst/>
                <a:latin typeface="Bahnschrift SemiBold" panose="020B0502040204020203" pitchFamily="34" charset="0"/>
              </a:rPr>
              <a:t>:</a:t>
            </a:r>
            <a:endParaRPr lang="en-US" altLang="en-US" sz="3200" dirty="0">
              <a:solidFill>
                <a:schemeClr val="tx1"/>
              </a:solidFill>
              <a:latin typeface="Bahnschrift SemiBold" panose="020B0502040204020203" pitchFamily="34" charset="0"/>
            </a:endParaRPr>
          </a:p>
          <a:p>
            <a:endParaRPr lang="en-IN" dirty="0"/>
          </a:p>
        </p:txBody>
      </p:sp>
    </p:spTree>
    <p:extLst>
      <p:ext uri="{BB962C8B-B14F-4D97-AF65-F5344CB8AC3E}">
        <p14:creationId xmlns:p14="http://schemas.microsoft.com/office/powerpoint/2010/main" val="1245853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F7E3-81CB-FC25-2A09-B2A371D49339}"/>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D7E5049F-2632-E04B-2025-AF9C2BBD0E76}"/>
              </a:ext>
            </a:extLst>
          </p:cNvPr>
          <p:cNvSpPr>
            <a:spLocks noGrp="1"/>
          </p:cNvSpPr>
          <p:nvPr>
            <p:ph type="body" idx="1"/>
          </p:nvPr>
        </p:nvSpPr>
        <p:spPr/>
        <p:txBody>
          <a:bodyPr/>
          <a:lstStyle/>
          <a:p>
            <a:pPr marL="203195" indent="0">
              <a:buNone/>
            </a:pPr>
            <a:endParaRPr lang="en-IN" dirty="0"/>
          </a:p>
        </p:txBody>
      </p:sp>
      <p:pic>
        <p:nvPicPr>
          <p:cNvPr id="5" name="Picture 4">
            <a:extLst>
              <a:ext uri="{FF2B5EF4-FFF2-40B4-BE49-F238E27FC236}">
                <a16:creationId xmlns:a16="http://schemas.microsoft.com/office/drawing/2014/main" id="{7058EEBE-3C0C-74B0-1169-613594E6F1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37668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5EC43-5E81-8CA9-E563-2EF51C48BB4D}"/>
              </a:ext>
            </a:extLst>
          </p:cNvPr>
          <p:cNvSpPr>
            <a:spLocks noGrp="1"/>
          </p:cNvSpPr>
          <p:nvPr>
            <p:ph type="title"/>
          </p:nvPr>
        </p:nvSpPr>
        <p:spPr>
          <a:xfrm>
            <a:off x="678646" y="-64497"/>
            <a:ext cx="10272000" cy="763600"/>
          </a:xfrm>
        </p:spPr>
        <p:txBody>
          <a:bodyPr/>
          <a:lstStyle/>
          <a:p>
            <a:r>
              <a:rPr lang="en-US" sz="4400" dirty="0">
                <a:latin typeface="Algerian" panose="04020705040A02060702" pitchFamily="82" charset="0"/>
              </a:rPr>
              <a:t>FLOWCHART</a:t>
            </a:r>
            <a:endParaRPr lang="en-IN" sz="4400" dirty="0">
              <a:latin typeface="Algerian" panose="04020705040A02060702" pitchFamily="82" charset="0"/>
            </a:endParaRPr>
          </a:p>
        </p:txBody>
      </p:sp>
      <p:sp>
        <p:nvSpPr>
          <p:cNvPr id="3" name="Text Placeholder 2">
            <a:extLst>
              <a:ext uri="{FF2B5EF4-FFF2-40B4-BE49-F238E27FC236}">
                <a16:creationId xmlns:a16="http://schemas.microsoft.com/office/drawing/2014/main" id="{BAC0A549-B09B-7B31-49D8-7C8F14B6DAEA}"/>
              </a:ext>
            </a:extLst>
          </p:cNvPr>
          <p:cNvSpPr>
            <a:spLocks noGrp="1"/>
          </p:cNvSpPr>
          <p:nvPr>
            <p:ph type="body" idx="1"/>
          </p:nvPr>
        </p:nvSpPr>
        <p:spPr/>
        <p:txBody>
          <a:bodyPr/>
          <a:lstStyle/>
          <a:p>
            <a:pPr marL="203195" indent="0">
              <a:buNone/>
            </a:pPr>
            <a:endParaRPr lang="en-IN" dirty="0"/>
          </a:p>
        </p:txBody>
      </p:sp>
      <p:pic>
        <p:nvPicPr>
          <p:cNvPr id="6" name="Picture 5">
            <a:extLst>
              <a:ext uri="{FF2B5EF4-FFF2-40B4-BE49-F238E27FC236}">
                <a16:creationId xmlns:a16="http://schemas.microsoft.com/office/drawing/2014/main" id="{DBEB8857-0190-85F7-1372-FCEF833781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9200"/>
            <a:ext cx="12192000" cy="6138800"/>
          </a:xfrm>
          <a:prstGeom prst="rect">
            <a:avLst/>
          </a:prstGeom>
        </p:spPr>
      </p:pic>
    </p:spTree>
    <p:extLst>
      <p:ext uri="{BB962C8B-B14F-4D97-AF65-F5344CB8AC3E}">
        <p14:creationId xmlns:p14="http://schemas.microsoft.com/office/powerpoint/2010/main" val="42287454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66D50-7D1A-B8F6-1827-8F22515E44E2}"/>
              </a:ext>
            </a:extLst>
          </p:cNvPr>
          <p:cNvSpPr>
            <a:spLocks noGrp="1"/>
          </p:cNvSpPr>
          <p:nvPr>
            <p:ph type="title"/>
          </p:nvPr>
        </p:nvSpPr>
        <p:spPr>
          <a:xfrm>
            <a:off x="569475" y="594575"/>
            <a:ext cx="10272000" cy="763600"/>
          </a:xfrm>
        </p:spPr>
        <p:txBody>
          <a:bodyPr/>
          <a:lstStyle/>
          <a:p>
            <a:r>
              <a:rPr lang="en-IN" sz="4000" dirty="0">
                <a:latin typeface="Algerian" panose="04020705040A02060702" pitchFamily="82" charset="0"/>
              </a:rPr>
              <a:t>Soil Health Monitoring</a:t>
            </a:r>
          </a:p>
        </p:txBody>
      </p:sp>
      <p:sp>
        <p:nvSpPr>
          <p:cNvPr id="18" name="TextBox 17">
            <a:extLst>
              <a:ext uri="{FF2B5EF4-FFF2-40B4-BE49-F238E27FC236}">
                <a16:creationId xmlns:a16="http://schemas.microsoft.com/office/drawing/2014/main" id="{2DD9E76B-FFC6-F21B-FBE3-22B2811276AA}"/>
              </a:ext>
            </a:extLst>
          </p:cNvPr>
          <p:cNvSpPr txBox="1"/>
          <p:nvPr/>
        </p:nvSpPr>
        <p:spPr>
          <a:xfrm>
            <a:off x="1783200" y="1738250"/>
            <a:ext cx="9058275" cy="4289188"/>
          </a:xfrm>
          <a:prstGeom prst="rect">
            <a:avLst/>
          </a:prstGeom>
          <a:noFill/>
        </p:spPr>
        <p:txBody>
          <a:bodyPr wrap="square" rtlCol="0">
            <a:spAutoFit/>
          </a:bodyPr>
          <a:lstStyle/>
          <a:p>
            <a:pPr>
              <a:lnSpc>
                <a:spcPct val="150000"/>
              </a:lnSpc>
            </a:pPr>
            <a:r>
              <a:rPr lang="en-US" sz="2000" b="1" dirty="0">
                <a:latin typeface="Bahnschrift SemiBold" panose="020B0502040204020203" pitchFamily="34" charset="0"/>
              </a:rPr>
              <a:t>Real-Time Data Collection</a:t>
            </a:r>
            <a:r>
              <a:rPr lang="en-US" sz="2000" dirty="0">
                <a:latin typeface="Bahnschrift SemiBold" panose="020B0502040204020203" pitchFamily="34" charset="0"/>
              </a:rPr>
              <a:t>:</a:t>
            </a:r>
          </a:p>
          <a:p>
            <a:pPr marL="457200" lvl="1">
              <a:lnSpc>
                <a:spcPct val="150000"/>
              </a:lnSpc>
            </a:pPr>
            <a:r>
              <a:rPr lang="en-US" dirty="0">
                <a:latin typeface="NSimSun" panose="02010609030101010101" pitchFamily="49" charset="-122"/>
                <a:ea typeface="NSimSun" panose="02010609030101010101" pitchFamily="49" charset="-122"/>
              </a:rPr>
              <a:t> Uses IoT sensors to monitor soil moisture, pH, and nutrient levels continuously.</a:t>
            </a:r>
          </a:p>
          <a:p>
            <a:pPr>
              <a:lnSpc>
                <a:spcPct val="150000"/>
              </a:lnSpc>
            </a:pPr>
            <a:r>
              <a:rPr lang="en-US" sz="2000" b="1" dirty="0">
                <a:latin typeface="Bahnschrift SemiBold" panose="020B0502040204020203" pitchFamily="34" charset="0"/>
              </a:rPr>
              <a:t>Soil Health Indicators</a:t>
            </a:r>
            <a:r>
              <a:rPr lang="en-US" sz="2000" dirty="0">
                <a:latin typeface="Bahnschrift SemiBold" panose="020B0502040204020203" pitchFamily="34" charset="0"/>
              </a:rPr>
              <a:t>:</a:t>
            </a:r>
          </a:p>
          <a:p>
            <a:pPr marL="457200" lvl="1">
              <a:lnSpc>
                <a:spcPct val="150000"/>
              </a:lnSpc>
            </a:pPr>
            <a:r>
              <a:rPr lang="en-US" dirty="0">
                <a:latin typeface="NSimSun" panose="02010609030101010101" pitchFamily="49" charset="-122"/>
                <a:ea typeface="NSimSun" panose="02010609030101010101" pitchFamily="49" charset="-122"/>
              </a:rPr>
              <a:t>Assesses soil fertility and identifies nutrient deficiencies for better crop management.</a:t>
            </a:r>
          </a:p>
          <a:p>
            <a:pPr>
              <a:lnSpc>
                <a:spcPct val="150000"/>
              </a:lnSpc>
            </a:pPr>
            <a:r>
              <a:rPr lang="en-US" sz="2000" b="1" dirty="0">
                <a:latin typeface="Bahnschrift SemiBold" panose="020B0502040204020203" pitchFamily="34" charset="0"/>
              </a:rPr>
              <a:t>Actionable Insights</a:t>
            </a:r>
            <a:r>
              <a:rPr lang="en-US" sz="2000" dirty="0">
                <a:latin typeface="Bahnschrift SemiBold" panose="020B0502040204020203" pitchFamily="34" charset="0"/>
              </a:rPr>
              <a:t>:</a:t>
            </a:r>
          </a:p>
          <a:p>
            <a:pPr marL="457200" lvl="1">
              <a:lnSpc>
                <a:spcPct val="150000"/>
              </a:lnSpc>
            </a:pPr>
            <a:r>
              <a:rPr lang="en-US" dirty="0">
                <a:latin typeface="NSimSun" panose="02010609030101010101" pitchFamily="49" charset="-122"/>
                <a:ea typeface="NSimSun" panose="02010609030101010101" pitchFamily="49" charset="-122"/>
              </a:rPr>
              <a:t>Provides recommendations for fertilizers and crop selection based on soil conditions.</a:t>
            </a:r>
          </a:p>
          <a:p>
            <a:pPr>
              <a:lnSpc>
                <a:spcPct val="150000"/>
              </a:lnSpc>
            </a:pPr>
            <a:r>
              <a:rPr lang="en-US" sz="2000" b="1" dirty="0">
                <a:latin typeface="Bahnschrift SemiBold" panose="020B0502040204020203" pitchFamily="34" charset="0"/>
              </a:rPr>
              <a:t>Early Warning System</a:t>
            </a:r>
            <a:r>
              <a:rPr lang="en-US" sz="2000" dirty="0">
                <a:latin typeface="Bahnschrift SemiBold" panose="020B0502040204020203" pitchFamily="34" charset="0"/>
              </a:rPr>
              <a:t>:</a:t>
            </a:r>
          </a:p>
          <a:p>
            <a:pPr marL="457200" lvl="1">
              <a:lnSpc>
                <a:spcPct val="150000"/>
              </a:lnSpc>
            </a:pPr>
            <a:r>
              <a:rPr lang="en-US" dirty="0">
                <a:latin typeface="NSimSun" panose="02010609030101010101" pitchFamily="49" charset="-122"/>
                <a:ea typeface="NSimSun" panose="02010609030101010101" pitchFamily="49" charset="-122"/>
              </a:rPr>
              <a:t>Alerts farmers to adverse conditions, enabling timely interventions to protect crops.</a:t>
            </a:r>
          </a:p>
          <a:p>
            <a:pPr>
              <a:lnSpc>
                <a:spcPct val="150000"/>
              </a:lnSpc>
            </a:pPr>
            <a:r>
              <a:rPr lang="en-US" sz="2000" b="1" dirty="0">
                <a:latin typeface="Bahnschrift SemiBold" panose="020B0502040204020203" pitchFamily="34" charset="0"/>
              </a:rPr>
              <a:t>Long-Term Benefits</a:t>
            </a:r>
            <a:r>
              <a:rPr lang="en-US" sz="2000" dirty="0">
                <a:latin typeface="Bahnschrift SemiBold" panose="020B0502040204020203" pitchFamily="34" charset="0"/>
              </a:rPr>
              <a:t>:</a:t>
            </a:r>
          </a:p>
          <a:p>
            <a:pPr marL="457200" lvl="1">
              <a:lnSpc>
                <a:spcPct val="150000"/>
              </a:lnSpc>
            </a:pPr>
            <a:r>
              <a:rPr lang="en-US" dirty="0">
                <a:latin typeface="NSimSun" panose="02010609030101010101" pitchFamily="49" charset="-122"/>
                <a:ea typeface="NSimSun" panose="02010609030101010101" pitchFamily="49" charset="-122"/>
              </a:rPr>
              <a:t>Promotes sustainable practices, enhances soil quality, and increases productivity and profitability.</a:t>
            </a:r>
          </a:p>
        </p:txBody>
      </p:sp>
    </p:spTree>
    <p:extLst>
      <p:ext uri="{BB962C8B-B14F-4D97-AF65-F5344CB8AC3E}">
        <p14:creationId xmlns:p14="http://schemas.microsoft.com/office/powerpoint/2010/main" val="1873068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92D45-B31E-BD12-1702-CCDEC940200C}"/>
              </a:ext>
            </a:extLst>
          </p:cNvPr>
          <p:cNvSpPr>
            <a:spLocks noGrp="1"/>
          </p:cNvSpPr>
          <p:nvPr>
            <p:ph type="title"/>
          </p:nvPr>
        </p:nvSpPr>
        <p:spPr>
          <a:xfrm>
            <a:off x="960000" y="337400"/>
            <a:ext cx="10272000" cy="763600"/>
          </a:xfrm>
        </p:spPr>
        <p:txBody>
          <a:bodyPr/>
          <a:lstStyle/>
          <a:p>
            <a:r>
              <a:rPr lang="en-IN" sz="3600" dirty="0">
                <a:latin typeface="Algerian" panose="04020705040A02060702" pitchFamily="82" charset="0"/>
              </a:rPr>
              <a:t>Crop Pattern Optimization</a:t>
            </a:r>
          </a:p>
        </p:txBody>
      </p:sp>
      <p:sp>
        <p:nvSpPr>
          <p:cNvPr id="7" name="Rectangle 4">
            <a:extLst>
              <a:ext uri="{FF2B5EF4-FFF2-40B4-BE49-F238E27FC236}">
                <a16:creationId xmlns:a16="http://schemas.microsoft.com/office/drawing/2014/main" id="{BFBA099F-DA05-8DB5-7575-60A862741F7A}"/>
              </a:ext>
            </a:extLst>
          </p:cNvPr>
          <p:cNvSpPr>
            <a:spLocks noGrp="1" noChangeArrowheads="1"/>
          </p:cNvSpPr>
          <p:nvPr>
            <p:ph type="body" idx="1"/>
          </p:nvPr>
        </p:nvSpPr>
        <p:spPr bwMode="auto">
          <a:xfrm>
            <a:off x="664725" y="1101000"/>
            <a:ext cx="10456709" cy="5216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Data Analysis</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Leverages soil data and market trends to recommend optimal crop patterns.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Customized Recommendations</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Suggests crops based on specific soil conditions and regional climate.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Maximized Yield</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Increases productivity by aligning crop choices with soil health.</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Resource Efficiency</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Reduces waste by optimizing inputs like water and fertilizers for selected crops.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Higher Income</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Enhances profitability through better crop selection and reduced operational costs.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8611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3E428-200D-3A57-0535-A3E3A62A44BA}"/>
              </a:ext>
            </a:extLst>
          </p:cNvPr>
          <p:cNvSpPr>
            <a:spLocks noGrp="1"/>
          </p:cNvSpPr>
          <p:nvPr>
            <p:ph type="title"/>
          </p:nvPr>
        </p:nvSpPr>
        <p:spPr>
          <a:xfrm>
            <a:off x="960000" y="337400"/>
            <a:ext cx="10272000" cy="763600"/>
          </a:xfrm>
        </p:spPr>
        <p:txBody>
          <a:bodyPr/>
          <a:lstStyle/>
          <a:p>
            <a:r>
              <a:rPr lang="en-US" dirty="0">
                <a:latin typeface="Algerian" panose="04020705040A02060702" pitchFamily="82" charset="0"/>
              </a:rPr>
              <a:t>Automated Water and Fertilizer Management</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0B89BD1-4B0E-4A44-87E9-A8B15591AD86}"/>
              </a:ext>
            </a:extLst>
          </p:cNvPr>
          <p:cNvSpPr>
            <a:spLocks noGrp="1"/>
          </p:cNvSpPr>
          <p:nvPr>
            <p:ph type="body" idx="1"/>
          </p:nvPr>
        </p:nvSpPr>
        <p:spPr>
          <a:xfrm>
            <a:off x="960000" y="1101000"/>
            <a:ext cx="10272000" cy="4656000"/>
          </a:xfrm>
        </p:spPr>
        <p:txBody>
          <a:bodyPr/>
          <a:lstStyle/>
          <a:p>
            <a:pPr marL="203195" indent="0">
              <a:lnSpc>
                <a:spcPct val="150000"/>
              </a:lnSpc>
              <a:buNone/>
            </a:pPr>
            <a:r>
              <a:rPr lang="en-US" sz="2400" b="1" dirty="0">
                <a:latin typeface="Bahnschrift SemiBold" panose="020B0502040204020203" pitchFamily="34" charset="0"/>
              </a:rPr>
              <a:t>Automation Technology</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Utilizes sensors and IoT devices to automate irrigation and fertilizer applications.</a:t>
            </a:r>
          </a:p>
          <a:p>
            <a:pPr marL="203195" indent="0">
              <a:lnSpc>
                <a:spcPct val="150000"/>
              </a:lnSpc>
              <a:buNone/>
            </a:pPr>
            <a:r>
              <a:rPr lang="en-US" sz="2400" b="1" dirty="0">
                <a:latin typeface="Bahnschrift SemiBold" panose="020B0502040204020203" pitchFamily="34" charset="0"/>
              </a:rPr>
              <a:t>Real-Time Soil Data</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Adjusts water and fertilizer delivery based on current soil conditions and needs.</a:t>
            </a:r>
          </a:p>
          <a:p>
            <a:pPr marL="203195" indent="0">
              <a:lnSpc>
                <a:spcPct val="150000"/>
              </a:lnSpc>
              <a:buNone/>
            </a:pPr>
            <a:r>
              <a:rPr lang="en-US" sz="2400" b="1" dirty="0">
                <a:latin typeface="Bahnschrift SemiBold" panose="020B0502040204020203" pitchFamily="34" charset="0"/>
              </a:rPr>
              <a:t>Precision Resource Use</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Ensures optimal application rates to match crop requirements, reducing waste.</a:t>
            </a:r>
          </a:p>
          <a:p>
            <a:pPr marL="203195" indent="0">
              <a:lnSpc>
                <a:spcPct val="150000"/>
              </a:lnSpc>
              <a:buNone/>
            </a:pPr>
            <a:r>
              <a:rPr lang="en-US" sz="2400" b="1" dirty="0">
                <a:latin typeface="Bahnschrift SemiBold" panose="020B0502040204020203" pitchFamily="34" charset="0"/>
              </a:rPr>
              <a:t>Cost Efficiency</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Lowers labor costs by minimizing manual intervention and optimizing resource usage.</a:t>
            </a:r>
          </a:p>
          <a:p>
            <a:pPr marL="203195" indent="0">
              <a:lnSpc>
                <a:spcPct val="150000"/>
              </a:lnSpc>
              <a:buNone/>
            </a:pPr>
            <a:r>
              <a:rPr lang="en-US" sz="2400" b="1" dirty="0">
                <a:latin typeface="Bahnschrift SemiBold" panose="020B0502040204020203" pitchFamily="34" charset="0"/>
              </a:rPr>
              <a:t>Environmental Impact</a:t>
            </a:r>
            <a:r>
              <a:rPr lang="en-US" sz="24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Reduces runoff and pollution, promoting sustainable farming practices.</a:t>
            </a:r>
          </a:p>
          <a:p>
            <a:endParaRPr lang="en-IN" dirty="0"/>
          </a:p>
        </p:txBody>
      </p:sp>
    </p:spTree>
    <p:extLst>
      <p:ext uri="{BB962C8B-B14F-4D97-AF65-F5344CB8AC3E}">
        <p14:creationId xmlns:p14="http://schemas.microsoft.com/office/powerpoint/2010/main" val="19719494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BC5BB-6CB7-AF50-EDAF-CCEB6035083C}"/>
              </a:ext>
            </a:extLst>
          </p:cNvPr>
          <p:cNvSpPr>
            <a:spLocks noGrp="1"/>
          </p:cNvSpPr>
          <p:nvPr>
            <p:ph type="title"/>
          </p:nvPr>
        </p:nvSpPr>
        <p:spPr>
          <a:xfrm>
            <a:off x="960000" y="462025"/>
            <a:ext cx="10272000" cy="763600"/>
          </a:xfrm>
        </p:spPr>
        <p:txBody>
          <a:bodyPr/>
          <a:lstStyle/>
          <a:p>
            <a:r>
              <a:rPr lang="en-US" dirty="0">
                <a:latin typeface="Algerian" panose="04020705040A02060702" pitchFamily="82" charset="0"/>
              </a:rPr>
              <a:t>Data-Driven Insights for Decision Making</a:t>
            </a:r>
            <a:endParaRPr lang="en-IN" dirty="0">
              <a:latin typeface="Algerian" panose="04020705040A02060702" pitchFamily="82" charset="0"/>
            </a:endParaRPr>
          </a:p>
        </p:txBody>
      </p:sp>
      <p:sp>
        <p:nvSpPr>
          <p:cNvPr id="13" name="Rectangle 10">
            <a:extLst>
              <a:ext uri="{FF2B5EF4-FFF2-40B4-BE49-F238E27FC236}">
                <a16:creationId xmlns:a16="http://schemas.microsoft.com/office/drawing/2014/main" id="{601029AA-C2A5-2664-ED8B-CF94BFEE7C93}"/>
              </a:ext>
            </a:extLst>
          </p:cNvPr>
          <p:cNvSpPr>
            <a:spLocks noGrp="1" noChangeArrowheads="1"/>
          </p:cNvSpPr>
          <p:nvPr>
            <p:ph type="body" idx="1"/>
          </p:nvPr>
        </p:nvSpPr>
        <p:spPr bwMode="auto">
          <a:xfrm>
            <a:off x="85725" y="1453708"/>
            <a:ext cx="12191999"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Bahnschrift SemiBold" panose="020B0502040204020203" pitchFamily="34" charset="0"/>
              </a:rPr>
              <a:t>Utilization of Analytics</a:t>
            </a:r>
            <a:r>
              <a:rPr kumimoji="0" lang="en-US" altLang="en-US" sz="17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Leverages data analysis to generate actionable insights tailored for farmers.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Bahnschrift SemiBold" panose="020B0502040204020203" pitchFamily="34" charset="0"/>
              </a:rPr>
              <a:t>Forecasting Capabilities</a:t>
            </a:r>
            <a:r>
              <a:rPr kumimoji="0" lang="en-US" altLang="en-US" sz="17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Provides forecasts on market trends, crop performance, and weather conditions.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Bahnschrift SemiBold" panose="020B0502040204020203" pitchFamily="34" charset="0"/>
              </a:rPr>
              <a:t>Informed Decision Making</a:t>
            </a:r>
            <a:r>
              <a:rPr kumimoji="0" lang="en-US" altLang="en-US" sz="1700" b="0" i="0" u="none" strike="noStrike" cap="none" normalizeH="0" baseline="0" dirty="0">
                <a:ln>
                  <a:noFill/>
                </a:ln>
                <a:solidFill>
                  <a:schemeClr val="tx1"/>
                </a:solidFill>
                <a:effectLst/>
                <a:latin typeface="Arial" panose="020B0604020202020204" pitchFamily="34" charset="0"/>
              </a:rPr>
              <a:t>:</a:t>
            </a:r>
            <a:endPar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endParaRP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Empowers farmers to make better financial choices regarding investments and resource allocation.</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Bahnschrift SemiBold" panose="020B0502040204020203" pitchFamily="34" charset="0"/>
              </a:rPr>
              <a:t>Operational Efficiency</a:t>
            </a:r>
            <a:r>
              <a:rPr kumimoji="0" lang="en-US" altLang="en-US" sz="17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Helps streamline farming operations by identifying best practices and optimizing resource use.</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1" i="0" u="none" strike="noStrike" cap="none" normalizeH="0" baseline="0" dirty="0">
                <a:ln>
                  <a:noFill/>
                </a:ln>
                <a:solidFill>
                  <a:schemeClr val="tx1"/>
                </a:solidFill>
                <a:effectLst/>
                <a:latin typeface="Bahnschrift SemiBold" panose="020B0502040204020203" pitchFamily="34" charset="0"/>
              </a:rPr>
              <a:t>Risk Management</a:t>
            </a:r>
            <a:r>
              <a:rPr kumimoji="0" lang="en-US" altLang="en-US" sz="17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7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	Equips farmers with information to mitigate risks associated with crop failure and market volatility.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947650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0D61D-ADA4-D44E-3132-C904FAA06A50}"/>
              </a:ext>
            </a:extLst>
          </p:cNvPr>
          <p:cNvSpPr>
            <a:spLocks noGrp="1"/>
          </p:cNvSpPr>
          <p:nvPr>
            <p:ph type="title"/>
          </p:nvPr>
        </p:nvSpPr>
        <p:spPr>
          <a:xfrm>
            <a:off x="960000" y="233425"/>
            <a:ext cx="10272000" cy="763600"/>
          </a:xfrm>
        </p:spPr>
        <p:txBody>
          <a:bodyPr/>
          <a:lstStyle/>
          <a:p>
            <a:r>
              <a:rPr lang="en-IN" sz="3600" dirty="0">
                <a:latin typeface="Algerian" panose="04020705040A02060702" pitchFamily="82" charset="0"/>
              </a:rPr>
              <a:t>User-Friendly Application</a:t>
            </a:r>
          </a:p>
        </p:txBody>
      </p:sp>
      <p:sp>
        <p:nvSpPr>
          <p:cNvPr id="3" name="Text Placeholder 2">
            <a:extLst>
              <a:ext uri="{FF2B5EF4-FFF2-40B4-BE49-F238E27FC236}">
                <a16:creationId xmlns:a16="http://schemas.microsoft.com/office/drawing/2014/main" id="{EA996052-45CF-8BC7-4290-58537A679C5D}"/>
              </a:ext>
            </a:extLst>
          </p:cNvPr>
          <p:cNvSpPr>
            <a:spLocks noGrp="1"/>
          </p:cNvSpPr>
          <p:nvPr>
            <p:ph type="body" idx="1"/>
          </p:nvPr>
        </p:nvSpPr>
        <p:spPr>
          <a:xfrm>
            <a:off x="626625" y="907687"/>
            <a:ext cx="10272000" cy="5042625"/>
          </a:xfrm>
        </p:spPr>
        <p:txBody>
          <a:bodyPr/>
          <a:lstStyle/>
          <a:p>
            <a:pPr marL="203195" indent="0">
              <a:lnSpc>
                <a:spcPct val="150000"/>
              </a:lnSpc>
              <a:buNone/>
            </a:pPr>
            <a:r>
              <a:rPr lang="en-US" sz="2000" b="1" dirty="0">
                <a:latin typeface="Bahnschrift SemiBold" panose="020B0502040204020203" pitchFamily="34" charset="0"/>
              </a:rPr>
              <a:t>Comprehensive Features</a:t>
            </a:r>
            <a:r>
              <a:rPr lang="en-US" sz="2000" dirty="0">
                <a:latin typeface="Bahnschrift SemiBold" panose="020B0502040204020203" pitchFamily="34" charset="0"/>
              </a:rPr>
              <a:t>:</a:t>
            </a:r>
          </a:p>
          <a:p>
            <a:pPr marL="742950" lvl="1" indent="-285750">
              <a:lnSpc>
                <a:spcPct val="150000"/>
              </a:lnSpc>
              <a:buFont typeface="Arial" panose="020B0604020202020204" pitchFamily="34" charset="0"/>
              <a:buChar char="•"/>
            </a:pPr>
            <a:r>
              <a:rPr lang="en-US" dirty="0">
                <a:latin typeface="Elephant" panose="02020904090505020303" pitchFamily="18" charset="0"/>
              </a:rPr>
              <a:t>Soil Health Data: </a:t>
            </a:r>
            <a:r>
              <a:rPr lang="en-US" dirty="0">
                <a:latin typeface="NSimSun" panose="02010609030101010101" pitchFamily="49" charset="-122"/>
                <a:ea typeface="NSimSun" panose="02010609030101010101" pitchFamily="49" charset="-122"/>
              </a:rPr>
              <a:t>Real-time insights on soil conditions.</a:t>
            </a:r>
          </a:p>
          <a:p>
            <a:pPr marL="742950" lvl="1" indent="-285750">
              <a:lnSpc>
                <a:spcPct val="150000"/>
              </a:lnSpc>
              <a:buFont typeface="Arial" panose="020B0604020202020204" pitchFamily="34" charset="0"/>
              <a:buChar char="•"/>
            </a:pPr>
            <a:r>
              <a:rPr lang="en-US" dirty="0">
                <a:latin typeface="Elephant" panose="02020904090505020303" pitchFamily="18" charset="0"/>
              </a:rPr>
              <a:t>Crop Recommendations</a:t>
            </a:r>
            <a:r>
              <a:rPr lang="en-US" dirty="0"/>
              <a:t>: </a:t>
            </a:r>
            <a:r>
              <a:rPr lang="en-US" dirty="0">
                <a:latin typeface="NSimSun" panose="02010609030101010101" pitchFamily="49" charset="-122"/>
                <a:ea typeface="NSimSun" panose="02010609030101010101" pitchFamily="49" charset="-122"/>
              </a:rPr>
              <a:t>Tailored suggestions based on soil health and market trends.</a:t>
            </a:r>
          </a:p>
          <a:p>
            <a:pPr marL="742950" lvl="1" indent="-285750">
              <a:lnSpc>
                <a:spcPct val="150000"/>
              </a:lnSpc>
              <a:buFont typeface="Arial" panose="020B0604020202020204" pitchFamily="34" charset="0"/>
              <a:buChar char="•"/>
            </a:pPr>
            <a:r>
              <a:rPr lang="en-US" dirty="0">
                <a:latin typeface="Elephant" panose="02020904090505020303" pitchFamily="18" charset="0"/>
              </a:rPr>
              <a:t>Resource Management: </a:t>
            </a:r>
            <a:r>
              <a:rPr lang="en-US" dirty="0">
                <a:latin typeface="NSimSun" panose="02010609030101010101" pitchFamily="49" charset="-122"/>
                <a:ea typeface="NSimSun" panose="02010609030101010101" pitchFamily="49" charset="-122"/>
              </a:rPr>
              <a:t>Tools for managing water and fertilizer applications.</a:t>
            </a:r>
          </a:p>
          <a:p>
            <a:pPr marL="203195" indent="0">
              <a:lnSpc>
                <a:spcPct val="150000"/>
              </a:lnSpc>
              <a:buNone/>
            </a:pPr>
            <a:r>
              <a:rPr lang="en-US" sz="2000" b="1" dirty="0">
                <a:latin typeface="Bahnschrift SemiBold" panose="020B0502040204020203" pitchFamily="34" charset="0"/>
              </a:rPr>
              <a:t>User-Centric Design</a:t>
            </a:r>
            <a:r>
              <a:rPr lang="en-US" sz="20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Intuitive interface for easy navigation and accessibility.</a:t>
            </a:r>
          </a:p>
          <a:p>
            <a:pPr marL="203195" indent="0">
              <a:lnSpc>
                <a:spcPct val="150000"/>
              </a:lnSpc>
              <a:buNone/>
            </a:pPr>
            <a:r>
              <a:rPr lang="en-US" sz="2000" b="1" dirty="0">
                <a:latin typeface="Bahnschrift SemiBold" panose="020B0502040204020203" pitchFamily="34" charset="0"/>
              </a:rPr>
              <a:t>On-the-Go Access</a:t>
            </a:r>
            <a:r>
              <a:rPr lang="en-US" sz="20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Information readily available at farmers' fingertips, enabling quick decisions.</a:t>
            </a:r>
          </a:p>
          <a:p>
            <a:pPr marL="203195" indent="0">
              <a:lnSpc>
                <a:spcPct val="150000"/>
              </a:lnSpc>
              <a:buNone/>
            </a:pPr>
            <a:r>
              <a:rPr lang="en-US" sz="2000" b="1" dirty="0">
                <a:latin typeface="Bahnschrift SemiBold" panose="020B0502040204020203" pitchFamily="34" charset="0"/>
              </a:rPr>
              <a:t>Enhanced Decision-Making</a:t>
            </a:r>
            <a:r>
              <a:rPr lang="en-US" sz="20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Empowers farmers to make informed choices, improving productivity and profitability.</a:t>
            </a:r>
          </a:p>
          <a:p>
            <a:endParaRPr lang="en-IN" dirty="0"/>
          </a:p>
        </p:txBody>
      </p:sp>
    </p:spTree>
    <p:extLst>
      <p:ext uri="{BB962C8B-B14F-4D97-AF65-F5344CB8AC3E}">
        <p14:creationId xmlns:p14="http://schemas.microsoft.com/office/powerpoint/2010/main" val="743951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821CC-47FD-F89D-1F77-DE431287B0F1}"/>
              </a:ext>
            </a:extLst>
          </p:cNvPr>
          <p:cNvSpPr>
            <a:spLocks noGrp="1"/>
          </p:cNvSpPr>
          <p:nvPr>
            <p:ph type="title"/>
          </p:nvPr>
        </p:nvSpPr>
        <p:spPr>
          <a:xfrm>
            <a:off x="960000" y="108800"/>
            <a:ext cx="10272000" cy="763600"/>
          </a:xfrm>
        </p:spPr>
        <p:txBody>
          <a:bodyPr/>
          <a:lstStyle/>
          <a:p>
            <a:r>
              <a:rPr lang="en-US" sz="2900" dirty="0">
                <a:latin typeface="Algerian" panose="04020705040A02060702" pitchFamily="82" charset="0"/>
              </a:rPr>
              <a:t>Community Engagement and Educational Resources</a:t>
            </a:r>
          </a:p>
        </p:txBody>
      </p:sp>
      <p:sp>
        <p:nvSpPr>
          <p:cNvPr id="3" name="Text Placeholder 2">
            <a:extLst>
              <a:ext uri="{FF2B5EF4-FFF2-40B4-BE49-F238E27FC236}">
                <a16:creationId xmlns:a16="http://schemas.microsoft.com/office/drawing/2014/main" id="{A0B1D79F-FA3C-3F97-C5DA-7B07B1B865A9}"/>
              </a:ext>
            </a:extLst>
          </p:cNvPr>
          <p:cNvSpPr>
            <a:spLocks noGrp="1"/>
          </p:cNvSpPr>
          <p:nvPr>
            <p:ph type="body" idx="1"/>
          </p:nvPr>
        </p:nvSpPr>
        <p:spPr>
          <a:xfrm>
            <a:off x="436125" y="777149"/>
            <a:ext cx="10272000" cy="5290275"/>
          </a:xfrm>
        </p:spPr>
        <p:txBody>
          <a:bodyPr/>
          <a:lstStyle/>
          <a:p>
            <a:pPr marL="203195" indent="0">
              <a:lnSpc>
                <a:spcPct val="150000"/>
              </a:lnSpc>
              <a:buNone/>
            </a:pPr>
            <a:r>
              <a:rPr lang="en-US" sz="1700" b="1" dirty="0">
                <a:latin typeface="Bahnschrift SemiBold" panose="020B0502040204020203" pitchFamily="34" charset="0"/>
              </a:rPr>
              <a:t>Knowledge Sharing Platform</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A space for farmers to exchange experiences, tips, and best practices.</a:t>
            </a:r>
          </a:p>
          <a:p>
            <a:pPr marL="203195" indent="0">
              <a:lnSpc>
                <a:spcPct val="150000"/>
              </a:lnSpc>
              <a:buNone/>
            </a:pPr>
            <a:r>
              <a:rPr lang="en-US" sz="1700" b="1" dirty="0">
                <a:latin typeface="Bahnschrift SemiBold" panose="020B0502040204020203" pitchFamily="34" charset="0"/>
              </a:rPr>
              <a:t>Training Modules</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Comprehensive courses on modern agricultural practices and financial literacy</a:t>
            </a:r>
            <a:r>
              <a:rPr lang="en-US" dirty="0"/>
              <a:t>.</a:t>
            </a:r>
          </a:p>
          <a:p>
            <a:pPr marL="203195" indent="0">
              <a:lnSpc>
                <a:spcPct val="150000"/>
              </a:lnSpc>
              <a:buNone/>
            </a:pPr>
            <a:r>
              <a:rPr lang="en-US" sz="1700" b="1" dirty="0">
                <a:latin typeface="Bahnschrift SemiBold" panose="020B0502040204020203" pitchFamily="34" charset="0"/>
              </a:rPr>
              <a:t>Resource Accessibility</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Easy access to instructional materials, videos, and guides to enhance farming techniques.</a:t>
            </a:r>
          </a:p>
          <a:p>
            <a:pPr marL="203195" indent="0">
              <a:lnSpc>
                <a:spcPct val="150000"/>
              </a:lnSpc>
              <a:buNone/>
            </a:pPr>
            <a:r>
              <a:rPr lang="en-US" sz="1700" b="1" dirty="0">
                <a:latin typeface="Bahnschrift SemiBold" panose="020B0502040204020203" pitchFamily="34" charset="0"/>
              </a:rPr>
              <a:t>Feedback Loop</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Encourages user input to continuously improve the solution based on farmer needs.</a:t>
            </a:r>
          </a:p>
          <a:p>
            <a:pPr marL="203195" indent="0">
              <a:lnSpc>
                <a:spcPct val="150000"/>
              </a:lnSpc>
              <a:buNone/>
            </a:pPr>
            <a:r>
              <a:rPr lang="en-US" sz="1700" b="1" dirty="0">
                <a:latin typeface="Bahnschrift SemiBold" panose="020B0502040204020203" pitchFamily="34" charset="0"/>
              </a:rPr>
              <a:t>Government Schemes</a:t>
            </a:r>
            <a:r>
              <a:rPr lang="en-US" sz="1700" dirty="0">
                <a:latin typeface="Bahnschrift SemiBold" panose="020B0502040204020203" pitchFamily="34" charset="0"/>
              </a:rPr>
              <a:t>:</a:t>
            </a:r>
            <a:endParaRPr lang="en-US" sz="1700" dirty="0">
              <a:latin typeface="NSimSun" panose="02010609030101010101" pitchFamily="49" charset="-122"/>
              <a:ea typeface="NSimSun" panose="02010609030101010101" pitchFamily="49" charset="-122"/>
            </a:endParaRPr>
          </a:p>
          <a:p>
            <a:pPr marL="203195" indent="0">
              <a:lnSpc>
                <a:spcPct val="150000"/>
              </a:lnSpc>
              <a:buNone/>
            </a:pPr>
            <a:r>
              <a:rPr lang="en-US" dirty="0">
                <a:latin typeface="NSimSun" panose="02010609030101010101" pitchFamily="49" charset="-122"/>
                <a:ea typeface="NSimSun" panose="02010609030101010101" pitchFamily="49" charset="-122"/>
              </a:rPr>
              <a:t>	Information on available government programs to support farmers’ initiatives.</a:t>
            </a:r>
          </a:p>
          <a:p>
            <a:pPr marL="203195" indent="0">
              <a:lnSpc>
                <a:spcPct val="150000"/>
              </a:lnSpc>
              <a:buNone/>
            </a:pPr>
            <a:r>
              <a:rPr lang="en-US" sz="1700" b="1" dirty="0">
                <a:latin typeface="Bahnschrift SemiBold" panose="020B0502040204020203" pitchFamily="34" charset="0"/>
              </a:rPr>
              <a:t>Loan Access</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Direct connections to lenders and banks for easy access to agricultural loans.</a:t>
            </a:r>
          </a:p>
          <a:p>
            <a:pPr marL="203195" indent="0">
              <a:lnSpc>
                <a:spcPct val="150000"/>
              </a:lnSpc>
              <a:buNone/>
            </a:pPr>
            <a:r>
              <a:rPr lang="en-US" sz="1700" b="1" dirty="0">
                <a:latin typeface="Bahnschrift SemiBold" panose="020B0502040204020203" pitchFamily="34" charset="0"/>
              </a:rPr>
              <a:t>Supportive Community</a:t>
            </a:r>
            <a:r>
              <a:rPr lang="en-US" sz="1700" dirty="0">
                <a:latin typeface="Bahnschrift SemiBold" panose="020B0502040204020203" pitchFamily="34" charset="0"/>
              </a:rPr>
              <a:t>:</a:t>
            </a:r>
          </a:p>
          <a:p>
            <a:pPr marL="203195" indent="0">
              <a:lnSpc>
                <a:spcPct val="150000"/>
              </a:lnSpc>
              <a:buNone/>
            </a:pPr>
            <a:r>
              <a:rPr lang="en-US" dirty="0">
                <a:latin typeface="NSimSun" panose="02010609030101010101" pitchFamily="49" charset="-122"/>
                <a:ea typeface="NSimSun" panose="02010609030101010101" pitchFamily="49" charset="-122"/>
              </a:rPr>
              <a:t>	Fosters collaboration and networking opportunities among farmers and experts.</a:t>
            </a:r>
          </a:p>
          <a:p>
            <a:pPr marL="203195" indent="0">
              <a:buNone/>
            </a:pPr>
            <a:endParaRPr lang="en-IN" dirty="0"/>
          </a:p>
        </p:txBody>
      </p:sp>
    </p:spTree>
    <p:extLst>
      <p:ext uri="{BB962C8B-B14F-4D97-AF65-F5344CB8AC3E}">
        <p14:creationId xmlns:p14="http://schemas.microsoft.com/office/powerpoint/2010/main" val="3558790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CC9AE-6A68-E97C-B6F4-0E60EF848BB1}"/>
              </a:ext>
            </a:extLst>
          </p:cNvPr>
          <p:cNvSpPr>
            <a:spLocks noGrp="1"/>
          </p:cNvSpPr>
          <p:nvPr>
            <p:ph type="title"/>
          </p:nvPr>
        </p:nvSpPr>
        <p:spPr>
          <a:xfrm>
            <a:off x="608307" y="186638"/>
            <a:ext cx="10272000" cy="763600"/>
          </a:xfrm>
        </p:spPr>
        <p:txBody>
          <a:bodyPr/>
          <a:lstStyle/>
          <a:p>
            <a:r>
              <a:rPr lang="en-IN" dirty="0">
                <a:latin typeface="Algerian" panose="04020705040A02060702" pitchFamily="82" charset="0"/>
              </a:rPr>
              <a:t>Future Scope</a:t>
            </a:r>
          </a:p>
        </p:txBody>
      </p:sp>
      <p:sp>
        <p:nvSpPr>
          <p:cNvPr id="4" name="Rectangle 1">
            <a:extLst>
              <a:ext uri="{FF2B5EF4-FFF2-40B4-BE49-F238E27FC236}">
                <a16:creationId xmlns:a16="http://schemas.microsoft.com/office/drawing/2014/main" id="{61966EC0-B9B0-03AC-2002-F907254B2EC6}"/>
              </a:ext>
            </a:extLst>
          </p:cNvPr>
          <p:cNvSpPr>
            <a:spLocks noGrp="1" noChangeArrowheads="1"/>
          </p:cNvSpPr>
          <p:nvPr>
            <p:ph type="body" idx="1"/>
          </p:nvPr>
        </p:nvSpPr>
        <p:spPr bwMode="auto">
          <a:xfrm>
            <a:off x="411982" y="766240"/>
            <a:ext cx="12021178" cy="5124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Bahnschrift SemiBold" panose="020B0502040204020203" pitchFamily="34" charset="0"/>
              </a:rPr>
              <a:t>Complete Package Sales</a:t>
            </a:r>
            <a:r>
              <a:rPr kumimoji="0" lang="en-US" altLang="en-US" sz="3200" b="0" i="0" u="none" strike="noStrike" cap="none" normalizeH="0" baseline="0" dirty="0">
                <a:ln>
                  <a:noFill/>
                </a:ln>
                <a:solidFill>
                  <a:schemeClr val="tx1"/>
                </a:solidFill>
                <a:effectLst/>
                <a:latin typeface="Bahnschrift SemiBold" panose="020B0502040204020203"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Offer a comprehensive smart farming solution that includes hardware, software, and ongoing support.</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Bahnschrift SemiBold" panose="020B0502040204020203" pitchFamily="34" charset="0"/>
              </a:rPr>
              <a:t>Subscription Model</a:t>
            </a:r>
            <a:r>
              <a:rPr kumimoji="0" lang="en-US" altLang="en-US" sz="3200" b="0" i="0" u="none" strike="noStrike" cap="none" normalizeH="0" baseline="0" dirty="0">
                <a:ln>
                  <a:noFill/>
                </a:ln>
                <a:solidFill>
                  <a:schemeClr val="tx1"/>
                </a:solidFill>
                <a:effectLst/>
                <a:latin typeface="Bahnschrift SemiBold" panose="020B0502040204020203"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Implement a subscription-based service for continuous access to features, updates, and educational resources.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Bahnschrift SemiBold" panose="020B0502040204020203" pitchFamily="34" charset="0"/>
              </a:rPr>
              <a:t>Continuous Data Tracking</a:t>
            </a:r>
            <a:r>
              <a:rPr kumimoji="0" lang="en-US" altLang="en-US" sz="3200" b="0" i="0" u="none" strike="noStrike" cap="none" normalizeH="0" baseline="0" dirty="0">
                <a:ln>
                  <a:noFill/>
                </a:ln>
                <a:solidFill>
                  <a:schemeClr val="tx1"/>
                </a:solidFill>
                <a:effectLst/>
                <a:latin typeface="Bahnschrift SemiBold" panose="020B0502040204020203"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Regularly collect and analyze user data to enhance AI models and improve recommendations.</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3200" b="1" i="0" u="none" strike="noStrike" cap="none" normalizeH="0" baseline="0" dirty="0">
                <a:ln>
                  <a:noFill/>
                </a:ln>
                <a:solidFill>
                  <a:schemeClr val="tx1"/>
                </a:solidFill>
                <a:effectLst/>
                <a:latin typeface="Bahnschrift SemiBold" panose="020B0502040204020203" pitchFamily="34" charset="0"/>
              </a:rPr>
              <a:t>Expansion to Diverse Regions</a:t>
            </a:r>
            <a:r>
              <a:rPr kumimoji="0" lang="en-US" altLang="en-US" sz="3200" b="0" i="0" u="none" strike="noStrike" cap="none" normalizeH="0" baseline="0" dirty="0">
                <a:ln>
                  <a:noFill/>
                </a:ln>
                <a:solidFill>
                  <a:schemeClr val="tx1"/>
                </a:solidFill>
                <a:effectLst/>
                <a:latin typeface="Bahnschrift SemiBold" panose="020B0502040204020203" pitchFamily="34" charset="0"/>
              </a:rPr>
              <a:t>: </a:t>
            </a:r>
          </a:p>
          <a:p>
            <a:pPr marL="0" marR="0" lvl="0" indent="0" algn="l" defTabSz="914400" rtl="0" eaLnBrk="0" fontAlgn="base" latinLnBrk="0" hangingPunct="0">
              <a:lnSpc>
                <a:spcPct val="15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NSimSun" panose="02010609030101010101" pitchFamily="49" charset="-122"/>
                <a:ea typeface="NSimSun" panose="02010609030101010101" pitchFamily="49" charset="-122"/>
              </a:rPr>
              <a:t>Adapt and scale the system for various agricultural practices across India and internationally. </a:t>
            </a:r>
          </a:p>
        </p:txBody>
      </p:sp>
    </p:spTree>
    <p:extLst>
      <p:ext uri="{BB962C8B-B14F-4D97-AF65-F5344CB8AC3E}">
        <p14:creationId xmlns:p14="http://schemas.microsoft.com/office/powerpoint/2010/main" val="3879735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6719B-2205-8C9E-12F1-9AE7E5DBB652}"/>
              </a:ext>
            </a:extLst>
          </p:cNvPr>
          <p:cNvSpPr>
            <a:spLocks noGrp="1"/>
          </p:cNvSpPr>
          <p:nvPr>
            <p:ph type="title"/>
          </p:nvPr>
        </p:nvSpPr>
        <p:spPr>
          <a:xfrm>
            <a:off x="759033" y="156492"/>
            <a:ext cx="10272000" cy="763600"/>
          </a:xfrm>
        </p:spPr>
        <p:txBody>
          <a:bodyPr/>
          <a:lstStyle/>
          <a:p>
            <a:r>
              <a:rPr lang="en-IN" sz="4000" dirty="0">
                <a:latin typeface="Algerian" panose="04020705040A02060702" pitchFamily="82" charset="0"/>
              </a:rPr>
              <a:t>Conclusion</a:t>
            </a:r>
          </a:p>
        </p:txBody>
      </p:sp>
      <p:sp>
        <p:nvSpPr>
          <p:cNvPr id="4" name="Rectangle 1">
            <a:extLst>
              <a:ext uri="{FF2B5EF4-FFF2-40B4-BE49-F238E27FC236}">
                <a16:creationId xmlns:a16="http://schemas.microsoft.com/office/drawing/2014/main" id="{6121A752-075D-ABB2-1B07-5491B08EDC16}"/>
              </a:ext>
            </a:extLst>
          </p:cNvPr>
          <p:cNvSpPr>
            <a:spLocks noGrp="1" noChangeArrowheads="1"/>
          </p:cNvSpPr>
          <p:nvPr>
            <p:ph type="body" idx="1"/>
          </p:nvPr>
        </p:nvSpPr>
        <p:spPr bwMode="auto">
          <a:xfrm>
            <a:off x="452176" y="986074"/>
            <a:ext cx="12051323"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Recap</a:t>
            </a:r>
            <a:r>
              <a:rPr kumimoji="0" lang="en-US" altLang="en-US" sz="2400" b="0" i="0" u="none" strike="noStrike" cap="none" normalizeH="0" baseline="0" dirty="0">
                <a:ln>
                  <a:noFill/>
                </a:ln>
                <a:solidFill>
                  <a:schemeClr val="tx1"/>
                </a:solidFill>
                <a:effectLst/>
                <a:latin typeface="Bahnschrift SemiBold" panose="020B0502040204020203"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Summarize the key aspects of the Smart Farming Solution, focusing on the integration of real-time data, automation, and education for farmers.</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Impact on Farmers</a:t>
            </a:r>
            <a:r>
              <a:rPr kumimoji="0" lang="en-US" altLang="en-US" sz="2400" b="0" i="0" u="none" strike="noStrike" cap="none" normalizeH="0" baseline="0" dirty="0">
                <a:ln>
                  <a:noFill/>
                </a:ln>
                <a:solidFill>
                  <a:schemeClr val="tx1"/>
                </a:solidFill>
                <a:effectLst/>
                <a:latin typeface="Bahnschrift SemiBold" panose="020B0502040204020203" pitchFamily="34" charset="0"/>
              </a:rPr>
              <a:t>:</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Elephant" panose="02020904090505020303" pitchFamily="18" charset="0"/>
              </a:rPr>
              <a:t>Boosts Productivity: </a:t>
            </a:r>
            <a:r>
              <a:rPr kumimoji="0" lang="en-US" altLang="en-US" sz="1800" b="0" i="0" u="none" strike="noStrike" cap="none" normalizeH="0" baseline="0" dirty="0">
                <a:ln>
                  <a:noFill/>
                </a:ln>
                <a:solidFill>
                  <a:schemeClr val="tx1"/>
                </a:solidFill>
                <a:effectLst/>
                <a:latin typeface="Arial" panose="020B0604020202020204" pitchFamily="34" charset="0"/>
              </a:rPr>
              <a:t>Ensures efficient use of resources like water and fertilizers, optimizing crop yield.</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Elephant" panose="02020904090505020303" pitchFamily="18" charset="0"/>
              </a:rPr>
              <a:t>Increases Income: </a:t>
            </a:r>
            <a:r>
              <a:rPr kumimoji="0" lang="en-US" altLang="en-US" sz="1800" b="0" i="0" u="none" strike="noStrike" cap="none" normalizeH="0" baseline="0" dirty="0">
                <a:ln>
                  <a:noFill/>
                </a:ln>
                <a:solidFill>
                  <a:schemeClr val="tx1"/>
                </a:solidFill>
                <a:effectLst/>
                <a:latin typeface="Arial" panose="020B0604020202020204" pitchFamily="34" charset="0"/>
              </a:rPr>
              <a:t>Recommends profitable crop patterns and reduces input costs.</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i="0" u="none" strike="noStrike" cap="none" normalizeH="0" baseline="0" dirty="0">
                <a:ln>
                  <a:noFill/>
                </a:ln>
                <a:solidFill>
                  <a:schemeClr val="tx1"/>
                </a:solidFill>
                <a:effectLst/>
                <a:latin typeface="Elephant" panose="02020904090505020303" pitchFamily="18" charset="0"/>
              </a:rPr>
              <a:t>Improves Well-Being: </a:t>
            </a:r>
            <a:r>
              <a:rPr kumimoji="0" lang="en-US" altLang="en-US" sz="1800" b="0" i="0" u="none" strike="noStrike" cap="none" normalizeH="0" baseline="0" dirty="0">
                <a:ln>
                  <a:noFill/>
                </a:ln>
                <a:solidFill>
                  <a:schemeClr val="tx1"/>
                </a:solidFill>
                <a:effectLst/>
                <a:latin typeface="Arial" panose="020B0604020202020204" pitchFamily="34" charset="0"/>
              </a:rPr>
              <a:t>Eases workload, empowers farmers with knowledge, and fosters a sustainable farming approach.</a:t>
            </a:r>
          </a:p>
          <a:p>
            <a:pPr marL="0" marR="0" lvl="0" indent="0" algn="l" defTabSz="914400" rtl="0" eaLnBrk="0" fontAlgn="base" latinLnBrk="0" hangingPunct="0">
              <a:lnSpc>
                <a:spcPct val="2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Bahnschrift SemiBold" panose="020B0502040204020203" pitchFamily="34" charset="0"/>
              </a:rPr>
              <a:t>Call to Action</a:t>
            </a:r>
            <a:r>
              <a:rPr kumimoji="0" lang="en-US" altLang="en-US" sz="2400" b="0" i="0" u="none" strike="noStrike" cap="none" normalizeH="0" baseline="0" dirty="0">
                <a:ln>
                  <a:noFill/>
                </a:ln>
                <a:solidFill>
                  <a:schemeClr val="tx1"/>
                </a:solidFill>
                <a:effectLst/>
                <a:latin typeface="Bahnschrift SemiBold" panose="020B0502040204020203"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Highlight the next steps for implementation or adoption of the solution.</a:t>
            </a:r>
          </a:p>
        </p:txBody>
      </p:sp>
    </p:spTree>
    <p:extLst>
      <p:ext uri="{BB962C8B-B14F-4D97-AF65-F5344CB8AC3E}">
        <p14:creationId xmlns:p14="http://schemas.microsoft.com/office/powerpoint/2010/main" val="3739754873"/>
      </p:ext>
    </p:extLst>
  </p:cSld>
  <p:clrMapOvr>
    <a:masterClrMapping/>
  </p:clrMapOvr>
</p:sld>
</file>

<file path=ppt/theme/theme1.xml><?xml version="1.0" encoding="utf-8"?>
<a:theme xmlns:a="http://schemas.openxmlformats.org/drawingml/2006/main" name="Sugar Beet Cultivation Project Proposal by Slidesgo">
  <a:themeElements>
    <a:clrScheme name="Simple Light">
      <a:dk1>
        <a:srgbClr val="454550"/>
      </a:dk1>
      <a:lt1>
        <a:srgbClr val="FEF0D8"/>
      </a:lt1>
      <a:dk2>
        <a:srgbClr val="F6E3BB"/>
      </a:dk2>
      <a:lt2>
        <a:srgbClr val="DAC788"/>
      </a:lt2>
      <a:accent1>
        <a:srgbClr val="7CA125"/>
      </a:accent1>
      <a:accent2>
        <a:srgbClr val="A9874B"/>
      </a:accent2>
      <a:accent3>
        <a:srgbClr val="D79069"/>
      </a:accent3>
      <a:accent4>
        <a:srgbClr val="C59D7B"/>
      </a:accent4>
      <a:accent5>
        <a:srgbClr val="FFFFFF"/>
      </a:accent5>
      <a:accent6>
        <a:srgbClr val="FFFFFF"/>
      </a:accent6>
      <a:hlink>
        <a:srgbClr val="45455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0e267d3a089d0052f7cb01ba7ac7969 [Read-Only]" id="{6F0785BB-9A34-46D1-9B67-A4EC4C3DF8BA}" vid="{7C488302-8F19-465D-AD91-452E05E266D0}"/>
    </a:ext>
  </a:ext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00e267d3a089d0052f7cb01ba7ac7969 [Read-Only]" id="{6F0785BB-9A34-46D1-9B67-A4EC4C3DF8BA}" vid="{FA69D5D9-4927-4F90-881D-666814FBCEB4}"/>
    </a:ext>
  </a:extLst>
</a:theme>
</file>

<file path=docProps/app.xml><?xml version="1.0" encoding="utf-8"?>
<Properties xmlns="http://schemas.openxmlformats.org/officeDocument/2006/extended-properties" xmlns:vt="http://schemas.openxmlformats.org/officeDocument/2006/docPropsVTypes">
  <Template>Sugar-Beet-Cultivation-Project-Proposal-by-Slidesgo</Template>
  <TotalTime>230</TotalTime>
  <Words>1067</Words>
  <Application>Microsoft Office PowerPoint</Application>
  <PresentationFormat>Widescreen</PresentationFormat>
  <Paragraphs>123</Paragraphs>
  <Slides>14</Slides>
  <Notes>0</Notes>
  <HiddenSlides>0</HiddenSlides>
  <MMClips>0</MMClips>
  <ScaleCrop>false</ScaleCrop>
  <HeadingPairs>
    <vt:vector size="4" baseType="variant">
      <vt:variant>
        <vt:lpstr>Theme</vt:lpstr>
      </vt:variant>
      <vt:variant>
        <vt:i4>2</vt:i4>
      </vt:variant>
      <vt:variant>
        <vt:lpstr>Slide Titles</vt:lpstr>
      </vt:variant>
      <vt:variant>
        <vt:i4>14</vt:i4>
      </vt:variant>
    </vt:vector>
  </HeadingPairs>
  <TitlesOfParts>
    <vt:vector size="16" baseType="lpstr">
      <vt:lpstr>Sugar Beet Cultivation Project Proposal by Slidesgo</vt:lpstr>
      <vt:lpstr>Slidesgo Final Pages</vt:lpstr>
      <vt:lpstr>SMART KRISHI</vt:lpstr>
      <vt:lpstr>ABSTRACT</vt:lpstr>
      <vt:lpstr>Problem Statement</vt:lpstr>
      <vt:lpstr>Solution Overview</vt:lpstr>
      <vt:lpstr>PowerPoint Presentation</vt:lpstr>
      <vt:lpstr>FLOWCHART</vt:lpstr>
      <vt:lpstr>Soil Health Monitoring</vt:lpstr>
      <vt:lpstr>Crop Pattern Optimization</vt:lpstr>
      <vt:lpstr>Automated Water and Fertilizer Management</vt:lpstr>
      <vt:lpstr>Data-Driven Insights for Decision Making</vt:lpstr>
      <vt:lpstr>User-Friendly Application</vt:lpstr>
      <vt:lpstr>Community Engagement and Educational Resources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Shivam Mishra</dc:creator>
  <cp:lastModifiedBy>Shivam Mishra</cp:lastModifiedBy>
  <cp:revision>5</cp:revision>
  <dcterms:created xsi:type="dcterms:W3CDTF">2024-10-23T16:27:18Z</dcterms:created>
  <dcterms:modified xsi:type="dcterms:W3CDTF">2024-11-28T08:06:47Z</dcterms:modified>
</cp:coreProperties>
</file>